
<file path=[Content_Types].xml><?xml version="1.0" encoding="utf-8"?>
<Types xmlns="http://schemas.openxmlformats.org/package/2006/content-types">
  <Default Extension="jpeg" ContentType="image/jpeg"/>
  <Default Extension="PNG" ContentType="image/png"/>
  <Default Extension="ppm"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3_FAE52815.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21"/>
  </p:notesMasterIdLst>
  <p:handoutMasterIdLst>
    <p:handoutMasterId r:id="rId22"/>
  </p:handoutMasterIdLst>
  <p:sldIdLst>
    <p:sldId id="256" r:id="rId5"/>
    <p:sldId id="259" r:id="rId6"/>
    <p:sldId id="343" r:id="rId7"/>
    <p:sldId id="342" r:id="rId8"/>
    <p:sldId id="356" r:id="rId9"/>
    <p:sldId id="358" r:id="rId10"/>
    <p:sldId id="359" r:id="rId11"/>
    <p:sldId id="360" r:id="rId12"/>
    <p:sldId id="324" r:id="rId13"/>
    <p:sldId id="350" r:id="rId14"/>
    <p:sldId id="349" r:id="rId15"/>
    <p:sldId id="362" r:id="rId16"/>
    <p:sldId id="363" r:id="rId17"/>
    <p:sldId id="364" r:id="rId18"/>
    <p:sldId id="365" r:id="rId19"/>
    <p:sldId id="260" r:id="rId20"/>
  </p:sldIdLst>
  <p:sldSz cx="12192000" cy="6858000"/>
  <p:notesSz cx="6858000" cy="9144000"/>
  <p:defaultTextStyle>
    <a:defPPr rtl="0">
      <a:defRPr lang="pt-B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9DA571-5B54-EEEF-FA8E-81AB1ADCD8AC}" name="Marcelo B. da Cruz" initials="MBdC" userId="S-1-5-21-759516861-2662041902-383977616-119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48" autoAdjust="0"/>
  </p:normalViewPr>
  <p:slideViewPr>
    <p:cSldViewPr snapToGrid="0">
      <p:cViewPr varScale="1">
        <p:scale>
          <a:sx n="105" d="100"/>
          <a:sy n="105" d="100"/>
        </p:scale>
        <p:origin x="834" y="9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5" d="100"/>
          <a:sy n="85" d="100"/>
        </p:scale>
        <p:origin x="387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comments/modernComment_103_FAE52815.xml><?xml version="1.0" encoding="utf-8"?>
<p188:cmLst xmlns:a="http://schemas.openxmlformats.org/drawingml/2006/main" xmlns:r="http://schemas.openxmlformats.org/officeDocument/2006/relationships" xmlns:p188="http://schemas.microsoft.com/office/powerpoint/2018/8/main">
  <p188:cm id="{5B8E82BF-67D3-456F-A285-6791884F26B0}" authorId="{249DA571-5B54-EEEF-FA8E-81AB1ADCD8AC}" created="2023-11-28T23:09:45.479">
    <ac:deMkLst xmlns:ac="http://schemas.microsoft.com/office/drawing/2013/main/command">
      <pc:docMk xmlns:pc="http://schemas.microsoft.com/office/powerpoint/2013/main/command"/>
      <pc:sldMk xmlns:pc="http://schemas.microsoft.com/office/powerpoint/2013/main/command" cId="4209322005" sldId="259"/>
      <ac:graphicFrameMk id="6" creationId="{BF629521-FFD2-45DA-9D1D-A5F09BD5A2D9}"/>
    </ac:deMkLst>
    <p188:txBody>
      <a:bodyPr/>
      <a:lstStyle/>
      <a:p>
        <a:r>
          <a:rPr lang="pt-BR"/>
          <a:t>Test
</a:t>
        </a:r>
      </a:p>
    </p188:txBody>
  </p188:cm>
</p188:cmLst>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rtlCol="0"/>
        <a:lstStyle/>
        <a:p>
          <a:pPr rtl="0"/>
          <a:endParaRPr lang="en-US"/>
        </a:p>
      </dgm:t>
    </dgm:pt>
    <dgm:pt modelId="{6750AC01-D39D-4F3A-9DC8-2A211EE986A2}">
      <dgm:prSet phldrT="[Text]"/>
      <dgm:spPr/>
      <dgm:t>
        <a:bodyPr rtlCol="0"/>
        <a:lstStyle/>
        <a:p>
          <a:pPr rtl="0">
            <a:lnSpc>
              <a:spcPct val="100000"/>
            </a:lnSpc>
          </a:pPr>
          <a:r>
            <a:rPr lang="pt-BR" noProof="0" dirty="0"/>
            <a:t>INTRODUCTION	</a:t>
          </a:r>
        </a:p>
      </dgm:t>
    </dgm:pt>
    <dgm:pt modelId="{720680DC-AAA4-4434-A582-60EBCC5BA355}" type="parTrans" cxnId="{0B5DAE5F-BCDC-4BF7-A6E7-CF856886A64D}">
      <dgm:prSet/>
      <dgm:spPr/>
      <dgm:t>
        <a:bodyPr rtlCol="0"/>
        <a:lstStyle/>
        <a:p>
          <a:pPr rtl="0"/>
          <a:endParaRPr lang="pt-BR" noProof="0" dirty="0"/>
        </a:p>
      </dgm:t>
    </dgm:pt>
    <dgm:pt modelId="{CA077D98-8478-47EA-B6A9-99ACE60C64D4}" type="sibTrans" cxnId="{0B5DAE5F-BCDC-4BF7-A6E7-CF856886A64D}">
      <dgm:prSet/>
      <dgm:spPr/>
      <dgm:t>
        <a:bodyPr rtlCol="0"/>
        <a:lstStyle/>
        <a:p>
          <a:pPr rtl="0"/>
          <a:endParaRPr lang="pt-BR" noProof="0" dirty="0"/>
        </a:p>
      </dgm:t>
    </dgm:pt>
    <dgm:pt modelId="{0BEF68B8-1228-47BB-83B5-7B9CD1E3F84E}">
      <dgm:prSet phldrT="[Text]"/>
      <dgm:spPr/>
      <dgm:t>
        <a:bodyPr rtlCol="0"/>
        <a:lstStyle/>
        <a:p>
          <a:pPr rtl="0">
            <a:lnSpc>
              <a:spcPct val="100000"/>
            </a:lnSpc>
          </a:pPr>
          <a:r>
            <a:rPr lang="pt-BR" noProof="0" dirty="0"/>
            <a:t>EVALUATIONS</a:t>
          </a:r>
        </a:p>
      </dgm:t>
    </dgm:pt>
    <dgm:pt modelId="{ED3A4BC2-B75A-4952-A38B-A42B5995DF05}" type="parTrans" cxnId="{EDEF4F82-1237-4639-A0F7-385C1897CE66}">
      <dgm:prSet/>
      <dgm:spPr/>
      <dgm:t>
        <a:bodyPr rtlCol="0"/>
        <a:lstStyle/>
        <a:p>
          <a:pPr rtl="0"/>
          <a:endParaRPr lang="pt-BR" noProof="0" dirty="0"/>
        </a:p>
      </dgm:t>
    </dgm:pt>
    <dgm:pt modelId="{FD949706-EDCC-4ADC-8EDF-8EDA49C92325}" type="sibTrans" cxnId="{EDEF4F82-1237-4639-A0F7-385C1897CE66}">
      <dgm:prSet/>
      <dgm:spPr/>
      <dgm:t>
        <a:bodyPr rtlCol="0"/>
        <a:lstStyle/>
        <a:p>
          <a:pPr rtl="0"/>
          <a:endParaRPr lang="pt-BR" noProof="0" dirty="0"/>
        </a:p>
      </dgm:t>
    </dgm:pt>
    <dgm:pt modelId="{5605D28D-2CE6-4513-8566-952984E21E14}">
      <dgm:prSet phldrT="[Text]"/>
      <dgm:spPr/>
      <dgm:t>
        <a:bodyPr rtlCol="0"/>
        <a:lstStyle/>
        <a:p>
          <a:pPr rtl="0">
            <a:lnSpc>
              <a:spcPct val="100000"/>
            </a:lnSpc>
          </a:pPr>
          <a:r>
            <a:rPr lang="en-US" noProof="0" dirty="0"/>
            <a:t>INITIAL CONCLUSIONS</a:t>
          </a:r>
          <a:endParaRPr lang="pt-BR" noProof="0" dirty="0"/>
        </a:p>
      </dgm:t>
    </dgm:pt>
    <dgm:pt modelId="{EB15AB98-362B-4E70-A3DA-995FC3E8BA79}" type="parTrans" cxnId="{FAF3F884-F0CF-440F-8CB1-B7648AB1B138}">
      <dgm:prSet/>
      <dgm:spPr/>
      <dgm:t>
        <a:bodyPr rtlCol="0"/>
        <a:lstStyle/>
        <a:p>
          <a:pPr rtl="0"/>
          <a:endParaRPr lang="pt-BR" noProof="0" dirty="0"/>
        </a:p>
      </dgm:t>
    </dgm:pt>
    <dgm:pt modelId="{823D1971-2C4D-4EC5-A874-2F463DE37109}" type="sibTrans" cxnId="{FAF3F884-F0CF-440F-8CB1-B7648AB1B138}">
      <dgm:prSet/>
      <dgm:spPr/>
      <dgm:t>
        <a:bodyPr rtlCol="0"/>
        <a:lstStyle/>
        <a:p>
          <a:pPr rtl="0"/>
          <a:endParaRPr lang="pt-BR" noProof="0" dirty="0"/>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3"/>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3"/>
      <dgm:spPr/>
    </dgm:pt>
    <dgm:pt modelId="{429CABD1-4116-474B-81BF-735E2CA9DD00}" type="pres">
      <dgm:prSet presAssocID="{7E5AA53B-3EEE-4DE4-BB81-9044890C2946}" presName="dstNode" presStyleLbl="node1" presStyleIdx="0" presStyleCnt="3"/>
      <dgm:spPr/>
    </dgm:pt>
    <dgm:pt modelId="{58319267-C71E-43C9-94E1-827D0616C7A7}" type="pres">
      <dgm:prSet presAssocID="{6750AC01-D39D-4F3A-9DC8-2A211EE986A2}" presName="text_1" presStyleLbl="node1" presStyleIdx="0" presStyleCnt="3">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3"/>
      <dgm:spPr/>
    </dgm:pt>
    <dgm:pt modelId="{95DE6538-27BD-44AF-A1A8-CA8F6B10FDD2}" type="pres">
      <dgm:prSet presAssocID="{0BEF68B8-1228-47BB-83B5-7B9CD1E3F84E}" presName="text_2" presStyleLbl="node1" presStyleIdx="1" presStyleCnt="3">
        <dgm:presLayoutVars>
          <dgm:bulletEnabled val="1"/>
        </dgm:presLayoutVars>
      </dgm:prSet>
      <dgm:spPr/>
    </dgm:pt>
    <dgm:pt modelId="{312BDEE8-85BD-4F02-B35B-2CC8E701C98B}" type="pres">
      <dgm:prSet presAssocID="{0BEF68B8-1228-47BB-83B5-7B9CD1E3F84E}" presName="accent_2" presStyleCnt="0"/>
      <dgm:spPr/>
    </dgm:pt>
    <dgm:pt modelId="{3F8116AC-FAC3-4E95-9865-93CCFEB191B9}" type="pres">
      <dgm:prSet presAssocID="{0BEF68B8-1228-47BB-83B5-7B9CD1E3F84E}" presName="accentRepeatNode" presStyleLbl="solidFgAcc1" presStyleIdx="1" presStyleCnt="3"/>
      <dgm:spPr/>
    </dgm:pt>
    <dgm:pt modelId="{E131CE4A-9776-44F4-BC03-867682E21374}" type="pres">
      <dgm:prSet presAssocID="{5605D28D-2CE6-4513-8566-952984E21E14}" presName="text_3" presStyleLbl="node1" presStyleIdx="2" presStyleCnt="3">
        <dgm:presLayoutVars>
          <dgm:bulletEnabled val="1"/>
        </dgm:presLayoutVars>
      </dgm:prSet>
      <dgm:spPr/>
    </dgm:pt>
    <dgm:pt modelId="{AC9A216A-8375-48F9-A4E6-8E0B64C0209B}" type="pres">
      <dgm:prSet presAssocID="{5605D28D-2CE6-4513-8566-952984E21E14}" presName="accent_3" presStyleCnt="0"/>
      <dgm:spPr/>
    </dgm:pt>
    <dgm:pt modelId="{A965097E-32F1-4AB8-8C4E-2814A7596B2F}" type="pres">
      <dgm:prSet presAssocID="{5605D28D-2CE6-4513-8566-952984E21E14}" presName="accentRepeatNode" presStyleLbl="solidFgAcc1" presStyleIdx="2" presStyleCnt="3"/>
      <dgm:spPr/>
    </dgm:pt>
  </dgm:ptLst>
  <dgm:cxnLst>
    <dgm:cxn modelId="{A11E3B12-1828-45A7-86C3-BB85832DF84D}" type="presOf" srcId="{CA077D98-8478-47EA-B6A9-99ACE60C64D4}" destId="{D79B43FC-100B-4A0D-A4D5-0D2D04B99064}"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29DA474E-5DFA-4C66-882F-319C49ABBB19}" type="presOf" srcId="{6750AC01-D39D-4F3A-9DC8-2A211EE986A2}" destId="{58319267-C71E-43C9-94E1-827D0616C7A7}" srcOrd="0" destOrd="0" presId="urn:microsoft.com/office/officeart/2008/layout/VerticalCurvedList"/>
    <dgm:cxn modelId="{7084AA77-BACB-46CB-AE4A-77B62D3ED1AF}" type="presOf" srcId="{5605D28D-2CE6-4513-8566-952984E21E14}" destId="{E131CE4A-9776-44F4-BC03-867682E21374}" srcOrd="0" destOrd="0" presId="urn:microsoft.com/office/officeart/2008/layout/VerticalCurvedList"/>
    <dgm:cxn modelId="{EDEF4F82-1237-4639-A0F7-385C1897CE66}" srcId="{7E5AA53B-3EEE-4DE4-BB81-9044890C2946}" destId="{0BEF68B8-1228-47BB-83B5-7B9CD1E3F84E}" srcOrd="1" destOrd="0" parTransId="{ED3A4BC2-B75A-4952-A38B-A42B5995DF05}" sibTransId="{FD949706-EDCC-4ADC-8EDF-8EDA49C92325}"/>
    <dgm:cxn modelId="{FAF3F884-F0CF-440F-8CB1-B7648AB1B138}" srcId="{7E5AA53B-3EEE-4DE4-BB81-9044890C2946}" destId="{5605D28D-2CE6-4513-8566-952984E21E14}" srcOrd="2" destOrd="0" parTransId="{EB15AB98-362B-4E70-A3DA-995FC3E8BA79}" sibTransId="{823D1971-2C4D-4EC5-A874-2F463DE37109}"/>
    <dgm:cxn modelId="{4F65CC8F-B5A8-40BE-A32B-05862B543D6A}" type="presOf" srcId="{7E5AA53B-3EEE-4DE4-BB81-9044890C2946}" destId="{57806726-6E60-4ACC-9C1C-7DF9CC365A10}" srcOrd="0" destOrd="0" presId="urn:microsoft.com/office/officeart/2008/layout/VerticalCurvedList"/>
    <dgm:cxn modelId="{4A378892-5CCC-4F0D-8A38-4BEAECF30F24}" type="presOf" srcId="{0BEF68B8-1228-47BB-83B5-7B9CD1E3F84E}" destId="{95DE6538-27BD-44AF-A1A8-CA8F6B10FDD2}"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 modelId="{602753E6-8A03-492B-861A-6B9532B5AA28}" type="presParOf" srcId="{90561C55-3C6E-4D53-85E1-2C50BCDDA392}" destId="{95DE6538-27BD-44AF-A1A8-CA8F6B10FDD2}" srcOrd="3" destOrd="0" presId="urn:microsoft.com/office/officeart/2008/layout/VerticalCurvedList"/>
    <dgm:cxn modelId="{AEC540A3-E86A-4075-8BE4-263F4AFF4EA1}" type="presParOf" srcId="{90561C55-3C6E-4D53-85E1-2C50BCDDA392}" destId="{312BDEE8-85BD-4F02-B35B-2CC8E701C98B}" srcOrd="4" destOrd="0" presId="urn:microsoft.com/office/officeart/2008/layout/VerticalCurvedList"/>
    <dgm:cxn modelId="{CD5D1014-B7CB-4B47-9A02-5FBF90928A73}" type="presParOf" srcId="{312BDEE8-85BD-4F02-B35B-2CC8E701C98B}" destId="{3F8116AC-FAC3-4E95-9865-93CCFEB191B9}" srcOrd="0" destOrd="0" presId="urn:microsoft.com/office/officeart/2008/layout/VerticalCurvedList"/>
    <dgm:cxn modelId="{987EB7C0-CA3E-4874-85E0-01E9060A2D35}" type="presParOf" srcId="{90561C55-3C6E-4D53-85E1-2C50BCDDA392}" destId="{E131CE4A-9776-44F4-BC03-867682E21374}" srcOrd="5" destOrd="0" presId="urn:microsoft.com/office/officeart/2008/layout/VerticalCurvedList"/>
    <dgm:cxn modelId="{91E55363-8DCA-455E-A203-06A9410994CB}" type="presParOf" srcId="{90561C55-3C6E-4D53-85E1-2C50BCDDA392}" destId="{AC9A216A-8375-48F9-A4E6-8E0B64C0209B}" srcOrd="6" destOrd="0" presId="urn:microsoft.com/office/officeart/2008/layout/VerticalCurvedList"/>
    <dgm:cxn modelId="{D866D586-1293-4049-B6E3-B467C1D5ED64}" type="presParOf" srcId="{AC9A216A-8375-48F9-A4E6-8E0B64C0209B}" destId="{A965097E-32F1-4AB8-8C4E-2814A7596B2F}" srcOrd="0" destOrd="0" presId="urn:microsoft.com/office/officeart/2008/layout/VerticalCurv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028574"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496568" y="356393"/>
          <a:ext cx="6310391"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88900" rIns="88900" bIns="88900" numCol="1" spcCol="1270" rtlCol="0" anchor="ctr" anchorCtr="0">
          <a:noAutofit/>
        </a:bodyPr>
        <a:lstStyle/>
        <a:p>
          <a:pPr marL="0" lvl="0" indent="0" algn="l" defTabSz="1555750" rtl="0">
            <a:lnSpc>
              <a:spcPct val="100000"/>
            </a:lnSpc>
            <a:spcBef>
              <a:spcPct val="0"/>
            </a:spcBef>
            <a:spcAft>
              <a:spcPct val="35000"/>
            </a:spcAft>
            <a:buNone/>
          </a:pPr>
          <a:r>
            <a:rPr lang="pt-BR" sz="3500" kern="1200" noProof="0" dirty="0"/>
            <a:t>INTRODUCTION	</a:t>
          </a:r>
        </a:p>
      </dsp:txBody>
      <dsp:txXfrm>
        <a:off x="496568" y="356393"/>
        <a:ext cx="6310391" cy="712787"/>
      </dsp:txXfrm>
    </dsp:sp>
    <dsp:sp modelId="{07CB3071-D555-47DA-A36A-69EB91531FD8}">
      <dsp:nvSpPr>
        <dsp:cNvPr id="0" name=""/>
        <dsp:cNvSpPr/>
      </dsp:nvSpPr>
      <dsp:spPr>
        <a:xfrm>
          <a:off x="51076" y="267295"/>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5DE6538-27BD-44AF-A1A8-CA8F6B10FDD2}">
      <dsp:nvSpPr>
        <dsp:cNvPr id="0" name=""/>
        <dsp:cNvSpPr/>
      </dsp:nvSpPr>
      <dsp:spPr>
        <a:xfrm>
          <a:off x="755666" y="1425575"/>
          <a:ext cx="6051292"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88900" rIns="88900" bIns="88900" numCol="1" spcCol="1270" rtlCol="0" anchor="ctr" anchorCtr="0">
          <a:noAutofit/>
        </a:bodyPr>
        <a:lstStyle/>
        <a:p>
          <a:pPr marL="0" lvl="0" indent="0" algn="l" defTabSz="1555750" rtl="0">
            <a:lnSpc>
              <a:spcPct val="100000"/>
            </a:lnSpc>
            <a:spcBef>
              <a:spcPct val="0"/>
            </a:spcBef>
            <a:spcAft>
              <a:spcPct val="35000"/>
            </a:spcAft>
            <a:buNone/>
          </a:pPr>
          <a:r>
            <a:rPr lang="pt-BR" sz="3500" kern="1200" noProof="0" dirty="0"/>
            <a:t>EVALUATIONS</a:t>
          </a:r>
        </a:p>
      </dsp:txBody>
      <dsp:txXfrm>
        <a:off x="755666" y="1425575"/>
        <a:ext cx="6051292" cy="712787"/>
      </dsp:txXfrm>
    </dsp:sp>
    <dsp:sp modelId="{3F8116AC-FAC3-4E95-9865-93CCFEB191B9}">
      <dsp:nvSpPr>
        <dsp:cNvPr id="0" name=""/>
        <dsp:cNvSpPr/>
      </dsp:nvSpPr>
      <dsp:spPr>
        <a:xfrm>
          <a:off x="310174" y="1336476"/>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131CE4A-9776-44F4-BC03-867682E21374}">
      <dsp:nvSpPr>
        <dsp:cNvPr id="0" name=""/>
        <dsp:cNvSpPr/>
      </dsp:nvSpPr>
      <dsp:spPr>
        <a:xfrm>
          <a:off x="496568" y="2494756"/>
          <a:ext cx="6310391"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88900" rIns="88900" bIns="88900" numCol="1" spcCol="1270" rtlCol="0" anchor="ctr" anchorCtr="0">
          <a:noAutofit/>
        </a:bodyPr>
        <a:lstStyle/>
        <a:p>
          <a:pPr marL="0" lvl="0" indent="0" algn="l" defTabSz="1555750" rtl="0">
            <a:lnSpc>
              <a:spcPct val="100000"/>
            </a:lnSpc>
            <a:spcBef>
              <a:spcPct val="0"/>
            </a:spcBef>
            <a:spcAft>
              <a:spcPct val="35000"/>
            </a:spcAft>
            <a:buNone/>
          </a:pPr>
          <a:r>
            <a:rPr lang="en-US" sz="3500" kern="1200" noProof="0" dirty="0"/>
            <a:t>INITIAL CONCLUSIONS</a:t>
          </a:r>
          <a:endParaRPr lang="pt-BR" sz="3500" kern="1200" noProof="0" dirty="0"/>
        </a:p>
      </dsp:txBody>
      <dsp:txXfrm>
        <a:off x="496568" y="2494756"/>
        <a:ext cx="6310391" cy="712787"/>
      </dsp:txXfrm>
    </dsp:sp>
    <dsp:sp modelId="{A965097E-32F1-4AB8-8C4E-2814A7596B2F}">
      <dsp:nvSpPr>
        <dsp:cNvPr id="0" name=""/>
        <dsp:cNvSpPr/>
      </dsp:nvSpPr>
      <dsp:spPr>
        <a:xfrm>
          <a:off x="51076" y="2405658"/>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t-BR"/>
          </a:p>
        </p:txBody>
      </p:sp>
      <p:sp>
        <p:nvSpPr>
          <p:cNvPr id="3" name="Espaço Reservado para Data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A517C7B7-34F5-4531-9889-28687F60FAC8}" type="datetime1">
              <a:rPr lang="pt-BR" smtClean="0"/>
              <a:t>20/03/2025</a:t>
            </a:fld>
            <a:endParaRPr lang="pt-BR" dirty="0"/>
          </a:p>
        </p:txBody>
      </p:sp>
      <p:sp>
        <p:nvSpPr>
          <p:cNvPr id="4" name="Espaço Reservado para Rodapé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t-BR"/>
          </a:p>
        </p:txBody>
      </p:sp>
      <p:sp>
        <p:nvSpPr>
          <p:cNvPr id="5" name="Espaço Reservado para o Número do Slide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0168E-626C-4E60-93C0-A00D25609468}" type="slidenum">
              <a:rPr lang="pt-BR" smtClean="0"/>
              <a:t>‹#›</a:t>
            </a:fld>
            <a:endParaRPr lang="pt-BR"/>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t-BR" noProof="0"/>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C3EC75-555C-481D-9088-738CE6DDFC83}" type="datetime1">
              <a:rPr lang="pt-BR" smtClean="0"/>
              <a:pPr/>
              <a:t>20/03/2025</a:t>
            </a:fld>
            <a:endParaRPr lang="pt-BR" dirty="0"/>
          </a:p>
        </p:txBody>
      </p:sp>
      <p:sp>
        <p:nvSpPr>
          <p:cNvPr id="4" name="Espaço Reservado para Imagem do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pt-BR" noProof="0"/>
          </a:p>
        </p:txBody>
      </p:sp>
      <p:sp>
        <p:nvSpPr>
          <p:cNvPr id="5" name="Espaço Reservado para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t-BR" noProof="0"/>
              <a:t>Clique para editar o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t-BR" noProof="0"/>
          </a:p>
        </p:txBody>
      </p:sp>
      <p:sp>
        <p:nvSpPr>
          <p:cNvPr id="7" name="Espaço Reservado para o Número do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B3AB32-59DF-41F1-9618-EDFBF5049629}" type="slidenum">
              <a:rPr lang="pt-BR" noProof="0" smtClean="0"/>
              <a:t>‹#›</a:t>
            </a:fld>
            <a:endParaRPr lang="pt-BR" noProof="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p>
            <a:pPr rtl="0"/>
            <a:endParaRPr lang="pt-BR" noProof="0" dirty="0"/>
          </a:p>
        </p:txBody>
      </p:sp>
      <p:sp>
        <p:nvSpPr>
          <p:cNvPr id="4" name="Espaço Reservado para o Número do Slide 3"/>
          <p:cNvSpPr>
            <a:spLocks noGrp="1"/>
          </p:cNvSpPr>
          <p:nvPr>
            <p:ph type="sldNum" sz="quarter" idx="5"/>
          </p:nvPr>
        </p:nvSpPr>
        <p:spPr/>
        <p:txBody>
          <a:bodyPr rtlCol="0"/>
          <a:lstStyle/>
          <a:p>
            <a:pPr rtl="0"/>
            <a:fld id="{C6B3AB32-59DF-41F1-9618-EDFBF5049629}" type="slidenum">
              <a:rPr lang="pt-BR" smtClean="0"/>
              <a:t>1</a:t>
            </a:fld>
            <a:endParaRPr lang="pt-BR"/>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p>
            <a:pPr rtl="0"/>
            <a:endParaRPr lang="pt-BR" noProof="0" dirty="0"/>
          </a:p>
        </p:txBody>
      </p:sp>
      <p:sp>
        <p:nvSpPr>
          <p:cNvPr id="4" name="Espaço Reservado para o Número do Slide 3"/>
          <p:cNvSpPr>
            <a:spLocks noGrp="1"/>
          </p:cNvSpPr>
          <p:nvPr>
            <p:ph type="sldNum" sz="quarter" idx="5"/>
          </p:nvPr>
        </p:nvSpPr>
        <p:spPr/>
        <p:txBody>
          <a:bodyPr rtlCol="0"/>
          <a:lstStyle/>
          <a:p>
            <a:pPr rtl="0"/>
            <a:fld id="{C6B3AB32-59DF-41F1-9618-EDFBF5049629}" type="slidenum">
              <a:rPr lang="pt-BR" smtClean="0"/>
              <a:t>2</a:t>
            </a:fld>
            <a:endParaRPr lang="pt-BR"/>
          </a:p>
        </p:txBody>
      </p:sp>
    </p:spTree>
    <p:extLst>
      <p:ext uri="{BB962C8B-B14F-4D97-AF65-F5344CB8AC3E}">
        <p14:creationId xmlns:p14="http://schemas.microsoft.com/office/powerpoint/2010/main" val="3505115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noProof="0" dirty="0"/>
          </a:p>
        </p:txBody>
      </p:sp>
      <p:sp>
        <p:nvSpPr>
          <p:cNvPr id="4" name="Espaço Reservado para Número de Slide 3"/>
          <p:cNvSpPr>
            <a:spLocks noGrp="1"/>
          </p:cNvSpPr>
          <p:nvPr>
            <p:ph type="sldNum" sz="quarter" idx="5"/>
          </p:nvPr>
        </p:nvSpPr>
        <p:spPr/>
        <p:txBody>
          <a:bodyPr/>
          <a:lstStyle/>
          <a:p>
            <a:pPr rtl="0"/>
            <a:fld id="{C6B3AB32-59DF-41F1-9618-EDFBF5049629}" type="slidenum">
              <a:rPr lang="pt-BR" smtClean="0"/>
              <a:t>3</a:t>
            </a:fld>
            <a:endParaRPr lang="pt-BR"/>
          </a:p>
        </p:txBody>
      </p:sp>
    </p:spTree>
    <p:extLst>
      <p:ext uri="{BB962C8B-B14F-4D97-AF65-F5344CB8AC3E}">
        <p14:creationId xmlns:p14="http://schemas.microsoft.com/office/powerpoint/2010/main" val="4150929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noProof="0" dirty="0"/>
          </a:p>
        </p:txBody>
      </p:sp>
      <p:sp>
        <p:nvSpPr>
          <p:cNvPr id="4" name="Espaço Reservado para Número de Slide 3"/>
          <p:cNvSpPr>
            <a:spLocks noGrp="1"/>
          </p:cNvSpPr>
          <p:nvPr>
            <p:ph type="sldNum" sz="quarter" idx="5"/>
          </p:nvPr>
        </p:nvSpPr>
        <p:spPr/>
        <p:txBody>
          <a:bodyPr/>
          <a:lstStyle/>
          <a:p>
            <a:pPr rtl="0"/>
            <a:fld id="{C6B3AB32-59DF-41F1-9618-EDFBF5049629}" type="slidenum">
              <a:rPr lang="pt-BR" smtClean="0"/>
              <a:t>4</a:t>
            </a:fld>
            <a:endParaRPr lang="pt-BR"/>
          </a:p>
        </p:txBody>
      </p:sp>
    </p:spTree>
    <p:extLst>
      <p:ext uri="{BB962C8B-B14F-4D97-AF65-F5344CB8AC3E}">
        <p14:creationId xmlns:p14="http://schemas.microsoft.com/office/powerpoint/2010/main" val="3231162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noProof="0" dirty="0"/>
          </a:p>
        </p:txBody>
      </p:sp>
      <p:sp>
        <p:nvSpPr>
          <p:cNvPr id="4" name="Espaço Reservado para Número de Slide 3"/>
          <p:cNvSpPr>
            <a:spLocks noGrp="1"/>
          </p:cNvSpPr>
          <p:nvPr>
            <p:ph type="sldNum" sz="quarter" idx="5"/>
          </p:nvPr>
        </p:nvSpPr>
        <p:spPr/>
        <p:txBody>
          <a:bodyPr/>
          <a:lstStyle/>
          <a:p>
            <a:pPr rtl="0"/>
            <a:fld id="{C6B3AB32-59DF-41F1-9618-EDFBF5049629}" type="slidenum">
              <a:rPr lang="pt-BR" smtClean="0"/>
              <a:t>5</a:t>
            </a:fld>
            <a:endParaRPr lang="pt-BR"/>
          </a:p>
        </p:txBody>
      </p:sp>
    </p:spTree>
    <p:extLst>
      <p:ext uri="{BB962C8B-B14F-4D97-AF65-F5344CB8AC3E}">
        <p14:creationId xmlns:p14="http://schemas.microsoft.com/office/powerpoint/2010/main" val="1988254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noProof="0" dirty="0"/>
          </a:p>
        </p:txBody>
      </p:sp>
      <p:sp>
        <p:nvSpPr>
          <p:cNvPr id="4" name="Espaço Reservado para Número de Slide 3"/>
          <p:cNvSpPr>
            <a:spLocks noGrp="1"/>
          </p:cNvSpPr>
          <p:nvPr>
            <p:ph type="sldNum" sz="quarter" idx="5"/>
          </p:nvPr>
        </p:nvSpPr>
        <p:spPr/>
        <p:txBody>
          <a:bodyPr/>
          <a:lstStyle/>
          <a:p>
            <a:pPr rtl="0"/>
            <a:fld id="{C6B3AB32-59DF-41F1-9618-EDFBF5049629}" type="slidenum">
              <a:rPr lang="pt-BR" smtClean="0"/>
              <a:t>6</a:t>
            </a:fld>
            <a:endParaRPr lang="pt-BR"/>
          </a:p>
        </p:txBody>
      </p:sp>
    </p:spTree>
    <p:extLst>
      <p:ext uri="{BB962C8B-B14F-4D97-AF65-F5344CB8AC3E}">
        <p14:creationId xmlns:p14="http://schemas.microsoft.com/office/powerpoint/2010/main" val="14695842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noProof="0" dirty="0"/>
          </a:p>
        </p:txBody>
      </p:sp>
      <p:sp>
        <p:nvSpPr>
          <p:cNvPr id="4" name="Espaço Reservado para Número de Slide 3"/>
          <p:cNvSpPr>
            <a:spLocks noGrp="1"/>
          </p:cNvSpPr>
          <p:nvPr>
            <p:ph type="sldNum" sz="quarter" idx="5"/>
          </p:nvPr>
        </p:nvSpPr>
        <p:spPr/>
        <p:txBody>
          <a:bodyPr/>
          <a:lstStyle/>
          <a:p>
            <a:pPr rtl="0"/>
            <a:fld id="{C6B3AB32-59DF-41F1-9618-EDFBF5049629}" type="slidenum">
              <a:rPr lang="pt-BR" smtClean="0"/>
              <a:t>7</a:t>
            </a:fld>
            <a:endParaRPr lang="pt-BR"/>
          </a:p>
        </p:txBody>
      </p:sp>
    </p:spTree>
    <p:extLst>
      <p:ext uri="{BB962C8B-B14F-4D97-AF65-F5344CB8AC3E}">
        <p14:creationId xmlns:p14="http://schemas.microsoft.com/office/powerpoint/2010/main" val="4062094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86F1E-5344-5D9D-ABEF-A885F2D7014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806E716-38E3-DF65-0651-77896037803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5E66DF2-4494-C18D-FD61-12A1E4480125}"/>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8CBA5CF9-4980-55AA-115F-78693C7A8B69}"/>
              </a:ext>
            </a:extLst>
          </p:cNvPr>
          <p:cNvSpPr>
            <a:spLocks noGrp="1"/>
          </p:cNvSpPr>
          <p:nvPr>
            <p:ph type="sldNum" sz="quarter" idx="5"/>
          </p:nvPr>
        </p:nvSpPr>
        <p:spPr/>
        <p:txBody>
          <a:bodyPr/>
          <a:lstStyle/>
          <a:p>
            <a:pPr rtl="0"/>
            <a:fld id="{C6B3AB32-59DF-41F1-9618-EDFBF5049629}" type="slidenum">
              <a:rPr lang="pt-BR" smtClean="0"/>
              <a:t>8</a:t>
            </a:fld>
            <a:endParaRPr lang="pt-BR"/>
          </a:p>
        </p:txBody>
      </p:sp>
    </p:spTree>
    <p:extLst>
      <p:ext uri="{BB962C8B-B14F-4D97-AF65-F5344CB8AC3E}">
        <p14:creationId xmlns:p14="http://schemas.microsoft.com/office/powerpoint/2010/main" val="1628396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noProof="0" dirty="0" err="1"/>
              <a:t>Letras</a:t>
            </a:r>
            <a:r>
              <a:rPr lang="en-US" noProof="0" dirty="0"/>
              <a:t> </a:t>
            </a:r>
            <a:r>
              <a:rPr lang="en-US" noProof="0" dirty="0" err="1"/>
              <a:t>brancas</a:t>
            </a:r>
            <a:r>
              <a:rPr lang="en-US" noProof="0" dirty="0"/>
              <a:t> e </a:t>
            </a:r>
            <a:r>
              <a:rPr lang="en-US" noProof="0" dirty="0" err="1"/>
              <a:t>fontes</a:t>
            </a:r>
            <a:r>
              <a:rPr lang="en-US" noProof="0" dirty="0"/>
              <a:t> </a:t>
            </a:r>
            <a:r>
              <a:rPr lang="en-US" noProof="0" dirty="0" err="1"/>
              <a:t>maiores</a:t>
            </a:r>
            <a:endParaRPr lang="pt-BR" noProof="0" dirty="0"/>
          </a:p>
        </p:txBody>
      </p:sp>
      <p:sp>
        <p:nvSpPr>
          <p:cNvPr id="4" name="Espaço Reservado para Número de Slide 3"/>
          <p:cNvSpPr>
            <a:spLocks noGrp="1"/>
          </p:cNvSpPr>
          <p:nvPr>
            <p:ph type="sldNum" sz="quarter" idx="5"/>
          </p:nvPr>
        </p:nvSpPr>
        <p:spPr/>
        <p:txBody>
          <a:bodyPr/>
          <a:lstStyle/>
          <a:p>
            <a:pPr rtl="0"/>
            <a:fld id="{C6B3AB32-59DF-41F1-9618-EDFBF5049629}" type="slidenum">
              <a:rPr lang="pt-BR" smtClean="0"/>
              <a:t>9</a:t>
            </a:fld>
            <a:endParaRPr lang="pt-BR"/>
          </a:p>
        </p:txBody>
      </p:sp>
    </p:spTree>
    <p:extLst>
      <p:ext uri="{BB962C8B-B14F-4D97-AF65-F5344CB8AC3E}">
        <p14:creationId xmlns:p14="http://schemas.microsoft.com/office/powerpoint/2010/main" val="17414137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noProof="0" dirty="0"/>
          </a:p>
        </p:txBody>
      </p:sp>
      <p:sp>
        <p:nvSpPr>
          <p:cNvPr id="4" name="Espaço Reservado para Número de Slide 3"/>
          <p:cNvSpPr>
            <a:spLocks noGrp="1"/>
          </p:cNvSpPr>
          <p:nvPr>
            <p:ph type="sldNum" sz="quarter" idx="5"/>
          </p:nvPr>
        </p:nvSpPr>
        <p:spPr/>
        <p:txBody>
          <a:bodyPr/>
          <a:lstStyle/>
          <a:p>
            <a:pPr rtl="0"/>
            <a:fld id="{C6B3AB32-59DF-41F1-9618-EDFBF5049629}" type="slidenum">
              <a:rPr lang="pt-BR" smtClean="0"/>
              <a:t>10</a:t>
            </a:fld>
            <a:endParaRPr lang="pt-BR"/>
          </a:p>
        </p:txBody>
      </p:sp>
    </p:spTree>
    <p:extLst>
      <p:ext uri="{BB962C8B-B14F-4D97-AF65-F5344CB8AC3E}">
        <p14:creationId xmlns:p14="http://schemas.microsoft.com/office/powerpoint/2010/main" val="18994983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noProof="0" dirty="0"/>
          </a:p>
        </p:txBody>
      </p:sp>
      <p:sp>
        <p:nvSpPr>
          <p:cNvPr id="4" name="Espaço Reservado para Número de Slide 3"/>
          <p:cNvSpPr>
            <a:spLocks noGrp="1"/>
          </p:cNvSpPr>
          <p:nvPr>
            <p:ph type="sldNum" sz="quarter" idx="5"/>
          </p:nvPr>
        </p:nvSpPr>
        <p:spPr/>
        <p:txBody>
          <a:bodyPr/>
          <a:lstStyle/>
          <a:p>
            <a:pPr rtl="0"/>
            <a:fld id="{C6B3AB32-59DF-41F1-9618-EDFBF5049629}" type="slidenum">
              <a:rPr lang="pt-BR" smtClean="0"/>
              <a:t>11</a:t>
            </a:fld>
            <a:endParaRPr lang="pt-BR"/>
          </a:p>
        </p:txBody>
      </p:sp>
    </p:spTree>
    <p:extLst>
      <p:ext uri="{BB962C8B-B14F-4D97-AF65-F5344CB8AC3E}">
        <p14:creationId xmlns:p14="http://schemas.microsoft.com/office/powerpoint/2010/main" val="42039813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21E96-7509-CF2F-2C7D-DEAB0FA956E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C62BB7A-622B-5C3E-69D2-9A5AE2C72FF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B75C4AA-6FA3-0D1E-C801-84AF37341F4E}"/>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3D419F70-F79D-BEC2-59C2-700F50F96DAC}"/>
              </a:ext>
            </a:extLst>
          </p:cNvPr>
          <p:cNvSpPr>
            <a:spLocks noGrp="1"/>
          </p:cNvSpPr>
          <p:nvPr>
            <p:ph type="sldNum" sz="quarter" idx="5"/>
          </p:nvPr>
        </p:nvSpPr>
        <p:spPr/>
        <p:txBody>
          <a:bodyPr/>
          <a:lstStyle/>
          <a:p>
            <a:pPr rtl="0"/>
            <a:fld id="{C6B3AB32-59DF-41F1-9618-EDFBF5049629}" type="slidenum">
              <a:rPr lang="pt-BR" smtClean="0"/>
              <a:t>12</a:t>
            </a:fld>
            <a:endParaRPr lang="pt-BR"/>
          </a:p>
        </p:txBody>
      </p:sp>
    </p:spTree>
    <p:extLst>
      <p:ext uri="{BB962C8B-B14F-4D97-AF65-F5344CB8AC3E}">
        <p14:creationId xmlns:p14="http://schemas.microsoft.com/office/powerpoint/2010/main" val="31655003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49869-299C-3865-96E0-6E06C5D6D93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803C1EA-713D-199D-7FAA-7BB1A6B0613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1EADCF4-2044-EB3A-6518-318E2489D582}"/>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137D03B6-ED4F-9643-EF04-0BD369354965}"/>
              </a:ext>
            </a:extLst>
          </p:cNvPr>
          <p:cNvSpPr>
            <a:spLocks noGrp="1"/>
          </p:cNvSpPr>
          <p:nvPr>
            <p:ph type="sldNum" sz="quarter" idx="5"/>
          </p:nvPr>
        </p:nvSpPr>
        <p:spPr/>
        <p:txBody>
          <a:bodyPr/>
          <a:lstStyle/>
          <a:p>
            <a:pPr rtl="0"/>
            <a:fld id="{C6B3AB32-59DF-41F1-9618-EDFBF5049629}" type="slidenum">
              <a:rPr lang="pt-BR" smtClean="0"/>
              <a:t>13</a:t>
            </a:fld>
            <a:endParaRPr lang="pt-BR"/>
          </a:p>
        </p:txBody>
      </p:sp>
    </p:spTree>
    <p:extLst>
      <p:ext uri="{BB962C8B-B14F-4D97-AF65-F5344CB8AC3E}">
        <p14:creationId xmlns:p14="http://schemas.microsoft.com/office/powerpoint/2010/main" val="28761550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F9189-E7A3-F104-9B3C-A32B5AD3C30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72E6E57-B203-1FAE-0D51-1C7EABF3AC6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57FFEFC-E4CA-2386-BA3F-B88E0F7FE5D1}"/>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9CAE633C-2C84-FCC9-CE03-9AECC1D3F3A1}"/>
              </a:ext>
            </a:extLst>
          </p:cNvPr>
          <p:cNvSpPr>
            <a:spLocks noGrp="1"/>
          </p:cNvSpPr>
          <p:nvPr>
            <p:ph type="sldNum" sz="quarter" idx="5"/>
          </p:nvPr>
        </p:nvSpPr>
        <p:spPr/>
        <p:txBody>
          <a:bodyPr/>
          <a:lstStyle/>
          <a:p>
            <a:pPr rtl="0"/>
            <a:fld id="{C6B3AB32-59DF-41F1-9618-EDFBF5049629}" type="slidenum">
              <a:rPr lang="pt-BR" smtClean="0"/>
              <a:t>14</a:t>
            </a:fld>
            <a:endParaRPr lang="pt-BR"/>
          </a:p>
        </p:txBody>
      </p:sp>
    </p:spTree>
    <p:extLst>
      <p:ext uri="{BB962C8B-B14F-4D97-AF65-F5344CB8AC3E}">
        <p14:creationId xmlns:p14="http://schemas.microsoft.com/office/powerpoint/2010/main" val="2886773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2D23D-4696-9782-651A-622D485BC73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EB4982C-A499-ABB7-B0D9-DC894EE8296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CA879CD-3229-1E37-997E-90FB77D94183}"/>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3B16B3AD-8386-94CE-E33E-B9A09791F265}"/>
              </a:ext>
            </a:extLst>
          </p:cNvPr>
          <p:cNvSpPr>
            <a:spLocks noGrp="1"/>
          </p:cNvSpPr>
          <p:nvPr>
            <p:ph type="sldNum" sz="quarter" idx="5"/>
          </p:nvPr>
        </p:nvSpPr>
        <p:spPr/>
        <p:txBody>
          <a:bodyPr/>
          <a:lstStyle/>
          <a:p>
            <a:pPr rtl="0"/>
            <a:fld id="{C6B3AB32-59DF-41F1-9618-EDFBF5049629}" type="slidenum">
              <a:rPr lang="pt-BR" smtClean="0"/>
              <a:t>15</a:t>
            </a:fld>
            <a:endParaRPr lang="pt-BR"/>
          </a:p>
        </p:txBody>
      </p:sp>
    </p:spTree>
    <p:extLst>
      <p:ext uri="{BB962C8B-B14F-4D97-AF65-F5344CB8AC3E}">
        <p14:creationId xmlns:p14="http://schemas.microsoft.com/office/powerpoint/2010/main" val="243028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p>
            <a:pPr rtl="0"/>
            <a:endParaRPr lang="pt-BR" noProof="0" dirty="0"/>
          </a:p>
        </p:txBody>
      </p:sp>
      <p:sp>
        <p:nvSpPr>
          <p:cNvPr id="4" name="Espaço Reservado para o Número do Slide 3"/>
          <p:cNvSpPr>
            <a:spLocks noGrp="1"/>
          </p:cNvSpPr>
          <p:nvPr>
            <p:ph type="sldNum" sz="quarter" idx="5"/>
          </p:nvPr>
        </p:nvSpPr>
        <p:spPr/>
        <p:txBody>
          <a:bodyPr rtlCol="0"/>
          <a:lstStyle/>
          <a:p>
            <a:pPr rtl="0"/>
            <a:fld id="{C6B3AB32-59DF-41F1-9618-EDFBF5049629}" type="slidenum">
              <a:rPr lang="pt-BR" smtClean="0"/>
              <a:t>16</a:t>
            </a:fld>
            <a:endParaRPr lang="pt-BR"/>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7" name="Retângulo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ctrTitle" hasCustomPrompt="1"/>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pt-BR" noProof="0"/>
              <a:t>Clique para editar o estilo de título Mestre</a:t>
            </a:r>
          </a:p>
        </p:txBody>
      </p:sp>
      <p:sp>
        <p:nvSpPr>
          <p:cNvPr id="3" name="Subtítulo 2"/>
          <p:cNvSpPr>
            <a:spLocks noGrp="1"/>
          </p:cNvSpPr>
          <p:nvPr>
            <p:ph type="subTitle" idx="1" hasCustomPrompt="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pt-BR" noProof="0"/>
              <a:t>Clique para editar o estilo de subtítulo Mestre</a:t>
            </a:r>
          </a:p>
        </p:txBody>
      </p:sp>
      <p:sp>
        <p:nvSpPr>
          <p:cNvPr id="4" name="Espaço Reservado para Data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2AF5B136-74F1-42D3-987D-A097EEF8F2FE}" type="datetime1">
              <a:rPr lang="pt-BR" noProof="0" smtClean="0"/>
              <a:t>20/03/2025</a:t>
            </a:fld>
            <a:endParaRPr lang="pt-BR" noProof="0"/>
          </a:p>
        </p:txBody>
      </p:sp>
      <p:sp>
        <p:nvSpPr>
          <p:cNvPr id="5" name="Espaço Reservado para Rodapé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pt-BR" noProof="0"/>
          </a:p>
        </p:txBody>
      </p:sp>
      <p:sp>
        <p:nvSpPr>
          <p:cNvPr id="6" name="Espaço Reservado para o Número do Slide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pt-BR" noProof="0" smtClean="0"/>
              <a:pPr rtl="0"/>
              <a:t>‹#›</a:t>
            </a:fld>
            <a:endParaRPr lang="pt-BR" noProof="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7" name="Retângulo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hasCustomPrompt="1"/>
          </p:nvPr>
        </p:nvSpPr>
        <p:spPr>
          <a:xfrm>
            <a:off x="581192" y="702156"/>
            <a:ext cx="11029616" cy="1013800"/>
          </a:xfrm>
        </p:spPr>
        <p:txBody>
          <a:bodyPr rtlCol="0"/>
          <a:lstStyle/>
          <a:p>
            <a:pPr rtl="0"/>
            <a:r>
              <a:rPr lang="pt-BR" noProof="0"/>
              <a:t>Clique para editar o estilo de título Mestre</a:t>
            </a:r>
          </a:p>
        </p:txBody>
      </p:sp>
      <p:sp>
        <p:nvSpPr>
          <p:cNvPr id="3" name="Espaço Reservado para Conteúdo 2"/>
          <p:cNvSpPr>
            <a:spLocks noGrp="1"/>
          </p:cNvSpPr>
          <p:nvPr>
            <p:ph idx="1" hasCustomPrompt="1"/>
          </p:nvPr>
        </p:nvSpPr>
        <p:spPr>
          <a:xfrm>
            <a:off x="581192" y="2180496"/>
            <a:ext cx="11029615" cy="3678303"/>
          </a:xfrm>
        </p:spPr>
        <p:txBody>
          <a:bodyPr rtlCol="0"/>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p:txBody>
          <a:bodyPr rtlCol="0"/>
          <a:lstStyle/>
          <a:p>
            <a:pPr rtl="0"/>
            <a:fld id="{B04AF3F4-81C7-4F15-8991-6D0E8D06651A}" type="datetime1">
              <a:rPr lang="pt-BR" noProof="0" smtClean="0"/>
              <a:t>20/03/2025</a:t>
            </a:fld>
            <a:endParaRPr lang="pt-BR" noProof="0"/>
          </a:p>
        </p:txBody>
      </p:sp>
      <p:sp>
        <p:nvSpPr>
          <p:cNvPr id="5" name="Espaço Reservado para Rodapé 4"/>
          <p:cNvSpPr>
            <a:spLocks noGrp="1"/>
          </p:cNvSpPr>
          <p:nvPr>
            <p:ph type="ftr" sz="quarter" idx="11"/>
          </p:nvPr>
        </p:nvSpPr>
        <p:spPr/>
        <p:txBody>
          <a:bodyPr rtlCol="0"/>
          <a:lstStyle/>
          <a:p>
            <a:pPr rtl="0"/>
            <a:endParaRPr lang="pt-BR" noProof="0"/>
          </a:p>
        </p:txBody>
      </p:sp>
      <p:sp>
        <p:nvSpPr>
          <p:cNvPr id="6" name="Espaço Reservado para o Número do Slide 5"/>
          <p:cNvSpPr>
            <a:spLocks noGrp="1"/>
          </p:cNvSpPr>
          <p:nvPr>
            <p:ph type="sldNum" sz="quarter" idx="12"/>
          </p:nvPr>
        </p:nvSpPr>
        <p:spPr>
          <a:xfrm>
            <a:off x="10558300" y="5956137"/>
            <a:ext cx="1052508" cy="365125"/>
          </a:xfrm>
        </p:spPr>
        <p:txBody>
          <a:bodyPr rtlCol="0"/>
          <a:lstStyle/>
          <a:p>
            <a:pPr rtl="0"/>
            <a:fld id="{D57F1E4F-1CFF-5643-939E-217C01CDF565}" type="slidenum">
              <a:rPr lang="pt-BR" noProof="0" smtClean="0"/>
              <a:pPr rtl="0"/>
              <a:t>‹#›</a:t>
            </a:fld>
            <a:endParaRPr lang="pt-BR" noProof="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8" name="Retângulo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hasCustomPrompt="1"/>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pt-BR" noProof="0"/>
              <a:t>Clique para editar o estilo de título Mestre</a:t>
            </a:r>
          </a:p>
        </p:txBody>
      </p:sp>
      <p:sp>
        <p:nvSpPr>
          <p:cNvPr id="3" name="Espaço Reservado para Texto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pt-BR" noProof="0"/>
              <a:t>Editar estilos de texto Mestre</a:t>
            </a:r>
          </a:p>
        </p:txBody>
      </p:sp>
      <p:sp>
        <p:nvSpPr>
          <p:cNvPr id="4" name="Espaço Reservado para Data 3"/>
          <p:cNvSpPr>
            <a:spLocks noGrp="1"/>
          </p:cNvSpPr>
          <p:nvPr>
            <p:ph type="dt" sz="half" idx="10"/>
          </p:nvPr>
        </p:nvSpPr>
        <p:spPr/>
        <p:txBody>
          <a:bodyPr rtlCol="0"/>
          <a:lstStyle>
            <a:lvl1pPr>
              <a:defRPr>
                <a:solidFill>
                  <a:schemeClr val="accent1">
                    <a:lumMod val="75000"/>
                    <a:lumOff val="25000"/>
                  </a:schemeClr>
                </a:solidFill>
              </a:defRPr>
            </a:lvl1pPr>
          </a:lstStyle>
          <a:p>
            <a:pPr rtl="0"/>
            <a:fld id="{6E2946E4-8964-43BF-B1D5-4261B83248E5}" type="datetime1">
              <a:rPr lang="pt-BR" noProof="0" smtClean="0"/>
              <a:t>20/03/2025</a:t>
            </a:fld>
            <a:endParaRPr lang="pt-BR" noProof="0"/>
          </a:p>
        </p:txBody>
      </p:sp>
      <p:sp>
        <p:nvSpPr>
          <p:cNvPr id="5" name="Espaço Reservado para Rodapé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pt-BR" noProof="0"/>
          </a:p>
        </p:txBody>
      </p:sp>
      <p:sp>
        <p:nvSpPr>
          <p:cNvPr id="6" name="Espaço Reservado para o Número do Slide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pt-BR" noProof="0" smtClean="0"/>
              <a:pPr rtl="0"/>
              <a:t>‹#›</a:t>
            </a:fld>
            <a:endParaRPr lang="pt-BR" noProof="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is conteúdos">
    <p:spTree>
      <p:nvGrpSpPr>
        <p:cNvPr id="1" name=""/>
        <p:cNvGrpSpPr/>
        <p:nvPr/>
      </p:nvGrpSpPr>
      <p:grpSpPr>
        <a:xfrm>
          <a:off x="0" y="0"/>
          <a:ext cx="0" cy="0"/>
          <a:chOff x="0" y="0"/>
          <a:chExt cx="0" cy="0"/>
        </a:xfrm>
      </p:grpSpPr>
      <p:sp>
        <p:nvSpPr>
          <p:cNvPr id="8" name="Retângulo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hasCustomPrompt="1"/>
          </p:nvPr>
        </p:nvSpPr>
        <p:spPr>
          <a:xfrm>
            <a:off x="581193" y="729658"/>
            <a:ext cx="11029616" cy="988332"/>
          </a:xfrm>
        </p:spPr>
        <p:txBody>
          <a:bodyPr rtlCol="0"/>
          <a:lstStyle/>
          <a:p>
            <a:pPr rtl="0"/>
            <a:r>
              <a:rPr lang="pt-BR" noProof="0"/>
              <a:t>Clique para editar o estilo de título Mestre</a:t>
            </a:r>
          </a:p>
        </p:txBody>
      </p:sp>
      <p:sp>
        <p:nvSpPr>
          <p:cNvPr id="3" name="Espaço Reservado para Conteúdo 2"/>
          <p:cNvSpPr>
            <a:spLocks noGrp="1"/>
          </p:cNvSpPr>
          <p:nvPr>
            <p:ph sz="half" idx="1" hasCustomPrompt="1"/>
          </p:nvPr>
        </p:nvSpPr>
        <p:spPr>
          <a:xfrm>
            <a:off x="581193" y="2228003"/>
            <a:ext cx="5422390" cy="3633047"/>
          </a:xfrm>
        </p:spPr>
        <p:txBody>
          <a:bodyPr rtlCol="0">
            <a:normAutofit/>
          </a:body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Conteúdo 3"/>
          <p:cNvSpPr>
            <a:spLocks noGrp="1"/>
          </p:cNvSpPr>
          <p:nvPr>
            <p:ph sz="half" idx="2" hasCustomPrompt="1"/>
          </p:nvPr>
        </p:nvSpPr>
        <p:spPr>
          <a:xfrm>
            <a:off x="6188417" y="2228003"/>
            <a:ext cx="5422392" cy="3633047"/>
          </a:xfrm>
        </p:spPr>
        <p:txBody>
          <a:bodyPr rtlCol="0">
            <a:normAutofit/>
          </a:body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5" name="Espaço Reservado para Data 4"/>
          <p:cNvSpPr>
            <a:spLocks noGrp="1"/>
          </p:cNvSpPr>
          <p:nvPr>
            <p:ph type="dt" sz="half" idx="10"/>
          </p:nvPr>
        </p:nvSpPr>
        <p:spPr/>
        <p:txBody>
          <a:bodyPr rtlCol="0"/>
          <a:lstStyle/>
          <a:p>
            <a:pPr rtl="0"/>
            <a:fld id="{97C9F420-083C-437A-9265-7F13EB97C6A2}" type="datetime1">
              <a:rPr lang="pt-BR" noProof="0" smtClean="0"/>
              <a:t>20/03/2025</a:t>
            </a:fld>
            <a:endParaRPr lang="pt-BR" noProof="0"/>
          </a:p>
        </p:txBody>
      </p:sp>
      <p:sp>
        <p:nvSpPr>
          <p:cNvPr id="6" name="Espaço Reservado para Rodapé 5"/>
          <p:cNvSpPr>
            <a:spLocks noGrp="1"/>
          </p:cNvSpPr>
          <p:nvPr>
            <p:ph type="ftr" sz="quarter" idx="11"/>
          </p:nvPr>
        </p:nvSpPr>
        <p:spPr/>
        <p:txBody>
          <a:bodyPr rtlCol="0"/>
          <a:lstStyle/>
          <a:p>
            <a:pPr rtl="0"/>
            <a:endParaRPr lang="pt-BR" noProof="0"/>
          </a:p>
        </p:txBody>
      </p:sp>
      <p:sp>
        <p:nvSpPr>
          <p:cNvPr id="7" name="Espaço Reservado para o Número do Slide 6"/>
          <p:cNvSpPr>
            <a:spLocks noGrp="1"/>
          </p:cNvSpPr>
          <p:nvPr>
            <p:ph type="sldNum" sz="quarter" idx="12"/>
          </p:nvPr>
        </p:nvSpPr>
        <p:spPr/>
        <p:txBody>
          <a:bodyPr rtlCol="0"/>
          <a:lstStyle/>
          <a:p>
            <a:pPr rtl="0"/>
            <a:fld id="{D57F1E4F-1CFF-5643-939E-217C01CDF565}" type="slidenum">
              <a:rPr lang="pt-BR" noProof="0" smtClean="0"/>
              <a:pPr rtl="0"/>
              <a:t>‹#›</a:t>
            </a:fld>
            <a:endParaRPr lang="pt-BR" noProof="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1" name="Retângulo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ítulo 1"/>
          <p:cNvSpPr>
            <a:spLocks noGrp="1"/>
          </p:cNvSpPr>
          <p:nvPr>
            <p:ph type="title" hasCustomPrompt="1"/>
          </p:nvPr>
        </p:nvSpPr>
        <p:spPr>
          <a:xfrm>
            <a:off x="581193" y="729658"/>
            <a:ext cx="11029616" cy="988332"/>
          </a:xfrm>
        </p:spPr>
        <p:txBody>
          <a:bodyPr rtlCol="0"/>
          <a:lstStyle/>
          <a:p>
            <a:pPr rtl="0"/>
            <a:r>
              <a:rPr lang="pt-BR" noProof="0"/>
              <a:t>Clique para editar o estilo de título Mestre</a:t>
            </a:r>
          </a:p>
        </p:txBody>
      </p:sp>
      <p:sp>
        <p:nvSpPr>
          <p:cNvPr id="3" name="Espaço Reservado para Texto 2"/>
          <p:cNvSpPr>
            <a:spLocks noGrp="1"/>
          </p:cNvSpPr>
          <p:nvPr>
            <p:ph type="body" idx="1" hasCustomPrompt="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noProof="0"/>
              <a:t>Editar estilos de texto Mestre</a:t>
            </a:r>
          </a:p>
        </p:txBody>
      </p:sp>
      <p:sp>
        <p:nvSpPr>
          <p:cNvPr id="4" name="Espaço Reservado para Conteúdo 3"/>
          <p:cNvSpPr>
            <a:spLocks noGrp="1"/>
          </p:cNvSpPr>
          <p:nvPr>
            <p:ph sz="half" idx="2" hasCustomPrompt="1"/>
          </p:nvPr>
        </p:nvSpPr>
        <p:spPr>
          <a:xfrm>
            <a:off x="581194" y="2926052"/>
            <a:ext cx="5393100" cy="2934999"/>
          </a:xfrm>
        </p:spPr>
        <p:txBody>
          <a:bodyPr rtlCol="0" anchor="t">
            <a:normAutofit/>
          </a:body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5" name="Espaço Reservado para Texto 4"/>
          <p:cNvSpPr>
            <a:spLocks noGrp="1"/>
          </p:cNvSpPr>
          <p:nvPr>
            <p:ph type="body" sz="quarter" idx="3" hasCustomPrompt="1"/>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noProof="0"/>
              <a:t>Editar estilos de texto Mestre</a:t>
            </a:r>
          </a:p>
        </p:txBody>
      </p:sp>
      <p:sp>
        <p:nvSpPr>
          <p:cNvPr id="6" name="Espaço Reservado para Conteúdo 5"/>
          <p:cNvSpPr>
            <a:spLocks noGrp="1"/>
          </p:cNvSpPr>
          <p:nvPr>
            <p:ph sz="quarter" idx="4" hasCustomPrompt="1"/>
          </p:nvPr>
        </p:nvSpPr>
        <p:spPr>
          <a:xfrm>
            <a:off x="6217709" y="2926052"/>
            <a:ext cx="5393100" cy="2934999"/>
          </a:xfrm>
        </p:spPr>
        <p:txBody>
          <a:bodyPr rtlCol="0" anchor="t">
            <a:normAutofit/>
          </a:body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7" name="Espaço Reservado para Data 6"/>
          <p:cNvSpPr>
            <a:spLocks noGrp="1"/>
          </p:cNvSpPr>
          <p:nvPr>
            <p:ph type="dt" sz="half" idx="10"/>
          </p:nvPr>
        </p:nvSpPr>
        <p:spPr/>
        <p:txBody>
          <a:bodyPr rtlCol="0"/>
          <a:lstStyle/>
          <a:p>
            <a:pPr rtl="0"/>
            <a:fld id="{BE07AF20-ED70-4B21-B799-75BB5818AB43}" type="datetime1">
              <a:rPr lang="pt-BR" noProof="0" smtClean="0"/>
              <a:t>20/03/2025</a:t>
            </a:fld>
            <a:endParaRPr lang="pt-BR" noProof="0"/>
          </a:p>
        </p:txBody>
      </p:sp>
      <p:sp>
        <p:nvSpPr>
          <p:cNvPr id="8" name="Espaço Reservado para Rodapé 7"/>
          <p:cNvSpPr>
            <a:spLocks noGrp="1"/>
          </p:cNvSpPr>
          <p:nvPr>
            <p:ph type="ftr" sz="quarter" idx="11"/>
          </p:nvPr>
        </p:nvSpPr>
        <p:spPr/>
        <p:txBody>
          <a:bodyPr rtlCol="0"/>
          <a:lstStyle/>
          <a:p>
            <a:pPr rtl="0"/>
            <a:endParaRPr lang="pt-BR" noProof="0"/>
          </a:p>
        </p:txBody>
      </p:sp>
      <p:sp>
        <p:nvSpPr>
          <p:cNvPr id="9" name="Espaço Reservado para o Número do Slide 8"/>
          <p:cNvSpPr>
            <a:spLocks noGrp="1"/>
          </p:cNvSpPr>
          <p:nvPr>
            <p:ph type="sldNum" sz="quarter" idx="12"/>
          </p:nvPr>
        </p:nvSpPr>
        <p:spPr/>
        <p:txBody>
          <a:bodyPr rtlCol="0"/>
          <a:lstStyle/>
          <a:p>
            <a:pPr rtl="0"/>
            <a:fld id="{D57F1E4F-1CFF-5643-939E-217C01CDF565}" type="slidenum">
              <a:rPr lang="pt-BR" noProof="0" smtClean="0"/>
              <a:pPr rtl="0"/>
              <a:t>‹#›</a:t>
            </a:fld>
            <a:endParaRPr lang="pt-BR" noProof="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3" name="Espaço Reservado para Data 2"/>
          <p:cNvSpPr>
            <a:spLocks noGrp="1"/>
          </p:cNvSpPr>
          <p:nvPr>
            <p:ph type="dt" sz="half" idx="10"/>
          </p:nvPr>
        </p:nvSpPr>
        <p:spPr/>
        <p:txBody>
          <a:bodyPr rtlCol="0"/>
          <a:lstStyle/>
          <a:p>
            <a:pPr rtl="0"/>
            <a:fld id="{0D33D876-8C34-42FC-BFF7-457557B97BB7}" type="datetime1">
              <a:rPr lang="pt-BR" noProof="0" smtClean="0"/>
              <a:t>20/03/2025</a:t>
            </a:fld>
            <a:endParaRPr lang="pt-BR" noProof="0"/>
          </a:p>
        </p:txBody>
      </p:sp>
      <p:sp>
        <p:nvSpPr>
          <p:cNvPr id="4" name="Espaço Reservado para Rodapé 3"/>
          <p:cNvSpPr>
            <a:spLocks noGrp="1"/>
          </p:cNvSpPr>
          <p:nvPr>
            <p:ph type="ftr" sz="quarter" idx="11"/>
          </p:nvPr>
        </p:nvSpPr>
        <p:spPr/>
        <p:txBody>
          <a:bodyPr rtlCol="0"/>
          <a:lstStyle/>
          <a:p>
            <a:pPr rtl="0"/>
            <a:endParaRPr lang="pt-BR" noProof="0"/>
          </a:p>
        </p:txBody>
      </p:sp>
      <p:sp>
        <p:nvSpPr>
          <p:cNvPr id="5" name="Espaço Reservado para o Número do Slide 4"/>
          <p:cNvSpPr>
            <a:spLocks noGrp="1"/>
          </p:cNvSpPr>
          <p:nvPr>
            <p:ph type="sldNum" sz="quarter" idx="12"/>
          </p:nvPr>
        </p:nvSpPr>
        <p:spPr/>
        <p:txBody>
          <a:bodyPr rtlCol="0"/>
          <a:lstStyle/>
          <a:p>
            <a:pPr rtl="0"/>
            <a:fld id="{D57F1E4F-1CFF-5643-939E-217C01CDF565}" type="slidenum">
              <a:rPr lang="pt-BR" noProof="0" smtClean="0"/>
              <a:pPr rtl="0"/>
              <a:t>‹#›</a:t>
            </a:fld>
            <a:endParaRPr lang="pt-BR" noProof="0"/>
          </a:p>
        </p:txBody>
      </p:sp>
      <p:sp>
        <p:nvSpPr>
          <p:cNvPr id="7" name="Retângulo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ítulo 1"/>
          <p:cNvSpPr>
            <a:spLocks noGrp="1"/>
          </p:cNvSpPr>
          <p:nvPr>
            <p:ph type="title" hasCustomPrompt="1"/>
          </p:nvPr>
        </p:nvSpPr>
        <p:spPr>
          <a:xfrm>
            <a:off x="575894" y="729658"/>
            <a:ext cx="11029616" cy="988332"/>
          </a:xfrm>
        </p:spPr>
        <p:txBody>
          <a:bodyPr rtlCol="0"/>
          <a:lstStyle/>
          <a:p>
            <a:pPr rtl="0"/>
            <a:r>
              <a:rPr lang="pt-BR" noProof="0"/>
              <a:t>Clique para editar o estilo de título Mestre</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rtlCol="0"/>
          <a:lstStyle/>
          <a:p>
            <a:pPr rtl="0"/>
            <a:fld id="{4592437E-206F-4A1C-947F-806A50A40B88}" type="datetime1">
              <a:rPr lang="pt-BR" noProof="0" smtClean="0"/>
              <a:t>20/03/2025</a:t>
            </a:fld>
            <a:endParaRPr lang="pt-BR" noProof="0"/>
          </a:p>
        </p:txBody>
      </p:sp>
      <p:sp>
        <p:nvSpPr>
          <p:cNvPr id="3" name="Espaço Reservado para Rodapé 2"/>
          <p:cNvSpPr>
            <a:spLocks noGrp="1"/>
          </p:cNvSpPr>
          <p:nvPr>
            <p:ph type="ftr" sz="quarter" idx="11"/>
          </p:nvPr>
        </p:nvSpPr>
        <p:spPr/>
        <p:txBody>
          <a:bodyPr rtlCol="0"/>
          <a:lstStyle/>
          <a:p>
            <a:pPr rtl="0"/>
            <a:endParaRPr lang="pt-BR" noProof="0"/>
          </a:p>
        </p:txBody>
      </p:sp>
      <p:sp>
        <p:nvSpPr>
          <p:cNvPr id="4" name="Espaço Reservado para o Número do Slide 3"/>
          <p:cNvSpPr>
            <a:spLocks noGrp="1"/>
          </p:cNvSpPr>
          <p:nvPr>
            <p:ph type="sldNum" sz="quarter" idx="12"/>
          </p:nvPr>
        </p:nvSpPr>
        <p:spPr/>
        <p:txBody>
          <a:bodyPr rtlCol="0"/>
          <a:lstStyle/>
          <a:p>
            <a:pPr rtl="0"/>
            <a:fld id="{D57F1E4F-1CFF-5643-939E-217C01CDF565}" type="slidenum">
              <a:rPr lang="pt-BR" noProof="0" smtClean="0"/>
              <a:pPr rtl="0"/>
              <a:t>‹#›</a:t>
            </a:fld>
            <a:endParaRPr lang="pt-BR" noProof="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9" name="Retângulo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hasCustomPrompt="1"/>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pt-BR" noProof="0"/>
              <a:t>Clique para editar o estilo de título Mestre</a:t>
            </a:r>
          </a:p>
        </p:txBody>
      </p:sp>
      <p:sp>
        <p:nvSpPr>
          <p:cNvPr id="3" name="Espaço Reservado para Conteúdo 2"/>
          <p:cNvSpPr>
            <a:spLocks noGrp="1"/>
          </p:cNvSpPr>
          <p:nvPr>
            <p:ph idx="1" hasCustomPrompt="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Texto 3"/>
          <p:cNvSpPr>
            <a:spLocks noGrp="1"/>
          </p:cNvSpPr>
          <p:nvPr>
            <p:ph type="body" sz="half" idx="2" hasCustomPrompt="1"/>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noProof="0"/>
              <a:t>Editar estilos de texto Mestre</a:t>
            </a:r>
          </a:p>
        </p:txBody>
      </p:sp>
      <p:sp>
        <p:nvSpPr>
          <p:cNvPr id="5" name="Espaço Reservado para Data 4"/>
          <p:cNvSpPr>
            <a:spLocks noGrp="1"/>
          </p:cNvSpPr>
          <p:nvPr>
            <p:ph type="dt" sz="half" idx="10"/>
          </p:nvPr>
        </p:nvSpPr>
        <p:spPr/>
        <p:txBody>
          <a:bodyPr rtlCol="0"/>
          <a:lstStyle>
            <a:lvl1pPr>
              <a:defRPr>
                <a:solidFill>
                  <a:schemeClr val="accent1">
                    <a:lumMod val="75000"/>
                    <a:lumOff val="25000"/>
                  </a:schemeClr>
                </a:solidFill>
              </a:defRPr>
            </a:lvl1pPr>
          </a:lstStyle>
          <a:p>
            <a:pPr rtl="0"/>
            <a:fld id="{B036DDBC-F1EF-4D09-A533-5995BC167053}" type="datetime1">
              <a:rPr lang="pt-BR" noProof="0" smtClean="0"/>
              <a:t>20/03/2025</a:t>
            </a:fld>
            <a:endParaRPr lang="pt-BR" noProof="0"/>
          </a:p>
        </p:txBody>
      </p:sp>
      <p:sp>
        <p:nvSpPr>
          <p:cNvPr id="6" name="Espaço Reservado para Rodapé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pt-BR" noProof="0"/>
          </a:p>
        </p:txBody>
      </p:sp>
      <p:sp>
        <p:nvSpPr>
          <p:cNvPr id="7" name="Espaço Reservado para o Número do Slide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pt-BR" noProof="0" smtClean="0"/>
              <a:pPr rtl="0"/>
              <a:t>‹#›</a:t>
            </a:fld>
            <a:endParaRPr lang="pt-BR" noProof="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581193" y="4693389"/>
            <a:ext cx="11029616" cy="566738"/>
          </a:xfrm>
        </p:spPr>
        <p:txBody>
          <a:bodyPr rtlCol="0" anchor="b">
            <a:normAutofit/>
          </a:bodyPr>
          <a:lstStyle>
            <a:lvl1pPr algn="l">
              <a:defRPr sz="2400" b="0">
                <a:solidFill>
                  <a:schemeClr val="accent1"/>
                </a:solidFill>
              </a:defRPr>
            </a:lvl1pPr>
          </a:lstStyle>
          <a:p>
            <a:pPr rtl="0"/>
            <a:r>
              <a:rPr lang="pt-BR" noProof="0"/>
              <a:t>Clique para editar o estilo de título Mestre</a:t>
            </a:r>
          </a:p>
        </p:txBody>
      </p:sp>
      <p:sp>
        <p:nvSpPr>
          <p:cNvPr id="3" name="Espaço Reservado para Imagem 2"/>
          <p:cNvSpPr>
            <a:spLocks noGrp="1" noChangeAspect="1"/>
          </p:cNvSpPr>
          <p:nvPr>
            <p:ph type="pic" idx="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pt-BR" noProof="0"/>
              <a:t>Clique no ícone para adicionar uma imagem</a:t>
            </a:r>
          </a:p>
        </p:txBody>
      </p:sp>
      <p:sp>
        <p:nvSpPr>
          <p:cNvPr id="4" name="Espaço Reservado para Texto 3"/>
          <p:cNvSpPr>
            <a:spLocks noGrp="1"/>
          </p:cNvSpPr>
          <p:nvPr>
            <p:ph type="body" sz="half" idx="2" hasCustomPrompt="1"/>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noProof="0"/>
              <a:t>Editar estilos de texto Mestre</a:t>
            </a:r>
          </a:p>
        </p:txBody>
      </p:sp>
      <p:sp>
        <p:nvSpPr>
          <p:cNvPr id="5" name="Espaço Reservado para Data 4"/>
          <p:cNvSpPr>
            <a:spLocks noGrp="1"/>
          </p:cNvSpPr>
          <p:nvPr>
            <p:ph type="dt" sz="half" idx="10"/>
          </p:nvPr>
        </p:nvSpPr>
        <p:spPr/>
        <p:txBody>
          <a:bodyPr rtlCol="0"/>
          <a:lstStyle/>
          <a:p>
            <a:pPr rtl="0"/>
            <a:fld id="{DFFDDC01-A1CF-4C3A-BE96-FBC60101324D}" type="datetime1">
              <a:rPr lang="pt-BR" noProof="0" smtClean="0"/>
              <a:t>20/03/2025</a:t>
            </a:fld>
            <a:endParaRPr lang="pt-BR" noProof="0"/>
          </a:p>
        </p:txBody>
      </p:sp>
      <p:sp>
        <p:nvSpPr>
          <p:cNvPr id="6" name="Espaço Reservado para Rodapé 5"/>
          <p:cNvSpPr>
            <a:spLocks noGrp="1"/>
          </p:cNvSpPr>
          <p:nvPr>
            <p:ph type="ftr" sz="quarter" idx="11"/>
          </p:nvPr>
        </p:nvSpPr>
        <p:spPr/>
        <p:txBody>
          <a:bodyPr rtlCol="0"/>
          <a:lstStyle/>
          <a:p>
            <a:pPr rtl="0"/>
            <a:endParaRPr lang="pt-BR" noProof="0"/>
          </a:p>
        </p:txBody>
      </p:sp>
      <p:sp>
        <p:nvSpPr>
          <p:cNvPr id="7" name="Espaço Reservado para o Número do Slide 6"/>
          <p:cNvSpPr>
            <a:spLocks noGrp="1"/>
          </p:cNvSpPr>
          <p:nvPr>
            <p:ph type="sldNum" sz="quarter" idx="12"/>
          </p:nvPr>
        </p:nvSpPr>
        <p:spPr/>
        <p:txBody>
          <a:bodyPr rtlCol="0"/>
          <a:lstStyle/>
          <a:p>
            <a:pPr rtl="0"/>
            <a:fld id="{D57F1E4F-1CFF-5643-939E-217C01CDF565}" type="slidenum">
              <a:rPr lang="pt-BR" noProof="0" smtClean="0"/>
              <a:pPr rtl="0"/>
              <a:t>‹#›</a:t>
            </a:fld>
            <a:endParaRPr lang="pt-BR" noProof="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8" name="Retângulo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ítulo 1"/>
          <p:cNvSpPr>
            <a:spLocks noGrp="1"/>
          </p:cNvSpPr>
          <p:nvPr>
            <p:ph type="title" hasCustomPrompt="1"/>
          </p:nvPr>
        </p:nvSpPr>
        <p:spPr>
          <a:xfrm>
            <a:off x="581192" y="702156"/>
            <a:ext cx="11029616" cy="1013800"/>
          </a:xfrm>
        </p:spPr>
        <p:txBody>
          <a:bodyPr rtlCol="0"/>
          <a:lstStyle/>
          <a:p>
            <a:pPr rtl="0"/>
            <a:r>
              <a:rPr lang="pt-BR" noProof="0"/>
              <a:t>Clique para editar o estilo de título Mestre</a:t>
            </a:r>
          </a:p>
        </p:txBody>
      </p:sp>
      <p:sp>
        <p:nvSpPr>
          <p:cNvPr id="3" name="Espaço Reservado para Texto Vertical 2"/>
          <p:cNvSpPr>
            <a:spLocks noGrp="1"/>
          </p:cNvSpPr>
          <p:nvPr>
            <p:ph type="body" orient="vert" idx="1" hasCustomPrompt="1"/>
          </p:nvPr>
        </p:nvSpPr>
        <p:spPr/>
        <p:txBody>
          <a:bodyPr vert="eaVert" rtlCol="0" anchor="t"/>
          <a:lstStyle>
            <a:lvl1pPr algn="l">
              <a:defRPr/>
            </a:lvl1pPr>
            <a:lvl2pPr algn="l">
              <a:defRPr/>
            </a:lvl2pPr>
            <a:lvl3pPr algn="l">
              <a:defRPr/>
            </a:lvl3pPr>
            <a:lvl4pPr algn="l">
              <a:defRPr/>
            </a:lvl4pPr>
            <a:lvl5pPr algn="l">
              <a:defRPr/>
            </a:lvl5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p:txBody>
          <a:bodyPr rtlCol="0"/>
          <a:lstStyle/>
          <a:p>
            <a:pPr rtl="0"/>
            <a:fld id="{0229B074-15EB-43FB-8347-3A734D799093}" type="datetime1">
              <a:rPr lang="pt-BR" noProof="0" smtClean="0"/>
              <a:t>20/03/2025</a:t>
            </a:fld>
            <a:endParaRPr lang="pt-BR" noProof="0"/>
          </a:p>
        </p:txBody>
      </p:sp>
      <p:sp>
        <p:nvSpPr>
          <p:cNvPr id="5" name="Espaço Reservado para Rodapé 4"/>
          <p:cNvSpPr>
            <a:spLocks noGrp="1"/>
          </p:cNvSpPr>
          <p:nvPr>
            <p:ph type="ftr" sz="quarter" idx="11"/>
          </p:nvPr>
        </p:nvSpPr>
        <p:spPr/>
        <p:txBody>
          <a:bodyPr rtlCol="0"/>
          <a:lstStyle/>
          <a:p>
            <a:pPr rtl="0"/>
            <a:endParaRPr lang="pt-BR" noProof="0"/>
          </a:p>
        </p:txBody>
      </p:sp>
      <p:sp>
        <p:nvSpPr>
          <p:cNvPr id="6" name="Espaço Reservado para o Número do Slide 5"/>
          <p:cNvSpPr>
            <a:spLocks noGrp="1"/>
          </p:cNvSpPr>
          <p:nvPr>
            <p:ph type="sldNum" sz="quarter" idx="12"/>
          </p:nvPr>
        </p:nvSpPr>
        <p:spPr/>
        <p:txBody>
          <a:bodyPr rtlCol="0"/>
          <a:lstStyle/>
          <a:p>
            <a:pPr rtl="0"/>
            <a:fld id="{D57F1E4F-1CFF-5643-939E-217C01CDF565}" type="slidenum">
              <a:rPr lang="pt-BR" noProof="0" smtClean="0"/>
              <a:pPr rtl="0"/>
              <a:t>‹#›</a:t>
            </a:fld>
            <a:endParaRPr lang="pt-BR" noProof="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7" name="Retângulo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Vertical 1"/>
          <p:cNvSpPr>
            <a:spLocks noGrp="1"/>
          </p:cNvSpPr>
          <p:nvPr>
            <p:ph type="title" orient="vert" hasCustomPrompt="1"/>
          </p:nvPr>
        </p:nvSpPr>
        <p:spPr>
          <a:xfrm>
            <a:off x="8839201" y="675726"/>
            <a:ext cx="2004164" cy="5183073"/>
          </a:xfrm>
        </p:spPr>
        <p:txBody>
          <a:bodyPr vert="eaVert" rtlCol="0"/>
          <a:lstStyle/>
          <a:p>
            <a:pPr rtl="0"/>
            <a:r>
              <a:rPr lang="pt-BR" noProof="0"/>
              <a:t>Clique para editar o estilo de título Mestre</a:t>
            </a:r>
          </a:p>
        </p:txBody>
      </p:sp>
      <p:sp>
        <p:nvSpPr>
          <p:cNvPr id="3" name="Espaço Reservado para Texto Vertical 2"/>
          <p:cNvSpPr>
            <a:spLocks noGrp="1"/>
          </p:cNvSpPr>
          <p:nvPr>
            <p:ph type="body" orient="vert" idx="1" hasCustomPrompt="1"/>
          </p:nvPr>
        </p:nvSpPr>
        <p:spPr>
          <a:xfrm>
            <a:off x="774923" y="675726"/>
            <a:ext cx="7896279" cy="5183073"/>
          </a:xfrm>
        </p:spPr>
        <p:txBody>
          <a:bodyPr vert="eaVert" rtlCol="0" anchor="t"/>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036303E3-8DE9-4C2D-91EE-6F377AE582A8}" type="datetime1">
              <a:rPr lang="pt-BR" noProof="0" smtClean="0"/>
              <a:t>20/03/2025</a:t>
            </a:fld>
            <a:endParaRPr lang="pt-BR" noProof="0"/>
          </a:p>
        </p:txBody>
      </p:sp>
      <p:sp>
        <p:nvSpPr>
          <p:cNvPr id="5" name="Espaço Reservado para Rodapé 4"/>
          <p:cNvSpPr>
            <a:spLocks noGrp="1"/>
          </p:cNvSpPr>
          <p:nvPr>
            <p:ph type="ftr" sz="quarter" idx="11"/>
          </p:nvPr>
        </p:nvSpPr>
        <p:spPr>
          <a:xfrm>
            <a:off x="774923" y="5951811"/>
            <a:ext cx="7896279" cy="365125"/>
          </a:xfrm>
        </p:spPr>
        <p:txBody>
          <a:bodyPr rtlCol="0"/>
          <a:lstStyle/>
          <a:p>
            <a:pPr rtl="0"/>
            <a:endParaRPr lang="pt-BR" noProof="0"/>
          </a:p>
        </p:txBody>
      </p:sp>
      <p:sp>
        <p:nvSpPr>
          <p:cNvPr id="6" name="Espaço Reservado para o Número do Slide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pt-BR" noProof="0" smtClean="0"/>
              <a:pPr rtl="0"/>
              <a:t>‹#›</a:t>
            </a:fld>
            <a:endParaRPr lang="pt-BR" noProof="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pt-BR" noProof="0"/>
              <a:t>Clique para editar o estilo de título Mestre</a:t>
            </a:r>
          </a:p>
        </p:txBody>
      </p:sp>
      <p:sp>
        <p:nvSpPr>
          <p:cNvPr id="3" name="Espaço Reservado para Texto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rtl="0"/>
            <a:fld id="{52266794-2CD5-4ED3-94F8-8B8DC65FDDE3}" type="datetime1">
              <a:rPr lang="pt-BR" noProof="0" smtClean="0"/>
              <a:t>20/03/2025</a:t>
            </a:fld>
            <a:endParaRPr lang="pt-BR" noProof="0"/>
          </a:p>
        </p:txBody>
      </p:sp>
      <p:sp>
        <p:nvSpPr>
          <p:cNvPr id="5" name="Espaço Reservado para Rodapé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rtl="0"/>
            <a:endParaRPr lang="pt-BR" noProof="0"/>
          </a:p>
        </p:txBody>
      </p:sp>
      <p:sp>
        <p:nvSpPr>
          <p:cNvPr id="6" name="Espaço Reservado para o Número do Slide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rtl="0"/>
            <a:fld id="{D57F1E4F-1CFF-5643-939E-217C01CDF565}" type="slidenum">
              <a:rPr lang="pt-BR" noProof="0" smtClean="0"/>
              <a:pPr rtl="0"/>
              <a:t>‹#›</a:t>
            </a:fld>
            <a:endParaRPr lang="pt-BR" noProof="0"/>
          </a:p>
        </p:txBody>
      </p:sp>
      <p:sp>
        <p:nvSpPr>
          <p:cNvPr id="9" name="Retângulo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tângulo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tângulo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microsoft.com/office/2018/10/relationships/comments" Target="../comments/modernComment_103_FAE52815.xml"/><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2.jpe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pm"/><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tângulo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pic>
        <p:nvPicPr>
          <p:cNvPr id="7" name="Imagem 6" descr="Conexões Digitai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upo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tângulo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19" name="Retângulo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0" name="Retângulo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grpSp>
      <p:sp>
        <p:nvSpPr>
          <p:cNvPr id="22" name="Retângulo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Título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rtlCol="0">
            <a:noAutofit/>
          </a:bodyPr>
          <a:lstStyle/>
          <a:p>
            <a:pPr rtl="0"/>
            <a:r>
              <a:rPr lang="en-US" sz="2000" dirty="0">
                <a:solidFill>
                  <a:schemeClr val="bg1"/>
                </a:solidFill>
              </a:rPr>
              <a:t>Improve I/O scalability for SDDP algorithm with MPI/IO/</a:t>
            </a:r>
            <a:r>
              <a:rPr lang="en-US" sz="2000" dirty="0" err="1">
                <a:solidFill>
                  <a:schemeClr val="bg1"/>
                </a:solidFill>
              </a:rPr>
              <a:t>Lustre</a:t>
            </a:r>
            <a:endParaRPr lang="pt-BR" sz="2000" dirty="0">
              <a:solidFill>
                <a:schemeClr val="bg1"/>
              </a:solidFill>
            </a:endParaRPr>
          </a:p>
        </p:txBody>
      </p:sp>
      <p:sp>
        <p:nvSpPr>
          <p:cNvPr id="3" name="Subtítulo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rtlCol="0">
            <a:normAutofit/>
          </a:bodyPr>
          <a:lstStyle/>
          <a:p>
            <a:pPr algn="l"/>
            <a:endParaRPr lang="pt-BR" dirty="0">
              <a:solidFill>
                <a:srgbClr val="7CEBFF"/>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tângulo 12">
            <a:extLst>
              <a:ext uri="{FF2B5EF4-FFF2-40B4-BE49-F238E27FC236}">
                <a16:creationId xmlns:a16="http://schemas.microsoft.com/office/drawing/2014/main" id="{4AE9D071-98CF-435C-BD2B-976514544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pic>
        <p:nvPicPr>
          <p:cNvPr id="8" name="Espaço Reservado para Conteúdo 4" descr="Números Digitais">
            <a:extLst>
              <a:ext uri="{FF2B5EF4-FFF2-40B4-BE49-F238E27FC236}">
                <a16:creationId xmlns:a16="http://schemas.microsoft.com/office/drawing/2014/main" id="{EA70616B-E344-4856-8DF9-707C26236613}"/>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pSp>
        <p:nvGrpSpPr>
          <p:cNvPr id="15" name="Grupo 14">
            <a:extLst>
              <a:ext uri="{FF2B5EF4-FFF2-40B4-BE49-F238E27FC236}">
                <a16:creationId xmlns:a16="http://schemas.microsoft.com/office/drawing/2014/main" id="{D619FC33-16ED-4246-9596-BEFEB55E4C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tângulo 15">
              <a:extLst>
                <a:ext uri="{FF2B5EF4-FFF2-40B4-BE49-F238E27FC236}">
                  <a16:creationId xmlns:a16="http://schemas.microsoft.com/office/drawing/2014/main" id="{2EEA80E1-F99F-4009-837F-2F72F8A5D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17" name="Retângulo 16">
              <a:extLst>
                <a:ext uri="{FF2B5EF4-FFF2-40B4-BE49-F238E27FC236}">
                  <a16:creationId xmlns:a16="http://schemas.microsoft.com/office/drawing/2014/main" id="{0230AF9A-4641-4BD8-9F95-9607CD304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18" name="Retângulo 17">
              <a:extLst>
                <a:ext uri="{FF2B5EF4-FFF2-40B4-BE49-F238E27FC236}">
                  <a16:creationId xmlns:a16="http://schemas.microsoft.com/office/drawing/2014/main" id="{8703D4EC-9389-41B6-B88B-B6FDC8CD3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grpSp>
      <p:sp>
        <p:nvSpPr>
          <p:cNvPr id="2" name="Título 1">
            <a:extLst>
              <a:ext uri="{FF2B5EF4-FFF2-40B4-BE49-F238E27FC236}">
                <a16:creationId xmlns:a16="http://schemas.microsoft.com/office/drawing/2014/main" id="{7F2616EE-270D-4F4C-BA1F-2708D387B800}"/>
              </a:ext>
            </a:extLst>
          </p:cNvPr>
          <p:cNvSpPr>
            <a:spLocks noGrp="1"/>
          </p:cNvSpPr>
          <p:nvPr>
            <p:ph type="title"/>
          </p:nvPr>
        </p:nvSpPr>
        <p:spPr>
          <a:xfrm>
            <a:off x="584200" y="1006956"/>
            <a:ext cx="7213600" cy="1121871"/>
          </a:xfrm>
        </p:spPr>
        <p:txBody>
          <a:bodyPr rtlCol="0" anchor="ctr">
            <a:normAutofit/>
          </a:bodyPr>
          <a:lstStyle/>
          <a:p>
            <a:pPr algn="ctr" rtl="0"/>
            <a:r>
              <a:rPr lang="pt-BR" dirty="0" err="1"/>
              <a:t>Summary</a:t>
            </a:r>
            <a:endParaRPr lang="pt-BR" dirty="0"/>
          </a:p>
        </p:txBody>
      </p:sp>
      <p:graphicFrame>
        <p:nvGraphicFramePr>
          <p:cNvPr id="6" name="Espaço Reservado para Conteúdo 5" descr="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1059016802"/>
              </p:ext>
            </p:extLst>
          </p:nvPr>
        </p:nvGraphicFramePr>
        <p:xfrm>
          <a:off x="719571" y="2198254"/>
          <a:ext cx="6854248" cy="356393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209322005"/>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pt-BR" dirty="0" err="1"/>
              <a:t>aBSTRACT</a:t>
            </a:r>
            <a:endParaRPr lang="pt-BR" dirty="0"/>
          </a:p>
        </p:txBody>
      </p:sp>
      <p:sp>
        <p:nvSpPr>
          <p:cNvPr id="4" name="Espaço Reservado para Conteúdo 3">
            <a:extLst>
              <a:ext uri="{FF2B5EF4-FFF2-40B4-BE49-F238E27FC236}">
                <a16:creationId xmlns:a16="http://schemas.microsoft.com/office/drawing/2014/main" id="{12C2ADB8-2836-6843-DD7C-01B20A7D9A30}"/>
              </a:ext>
            </a:extLst>
          </p:cNvPr>
          <p:cNvSpPr>
            <a:spLocks noGrp="1"/>
          </p:cNvSpPr>
          <p:nvPr>
            <p:ph sz="half" idx="1"/>
          </p:nvPr>
        </p:nvSpPr>
        <p:spPr>
          <a:xfrm>
            <a:off x="581192" y="2228003"/>
            <a:ext cx="11153607" cy="3563197"/>
          </a:xfrm>
        </p:spPr>
        <p:txBody>
          <a:bodyPr>
            <a:normAutofit fontScale="92500" lnSpcReduction="20000"/>
          </a:bodyPr>
          <a:lstStyle/>
          <a:p>
            <a:r>
              <a:rPr lang="en-US" dirty="0"/>
              <a:t>Efficient I/O scalability is a critical challenge in parallel computing, particularly as modern high-performance systems continue to expand in both computational power and data volume. Traditional I/O strategies often become bottlenecks, limiting the overall efficiency of large-scale simulations and data-intensive applications. To address these issues, various techniques have been proposed, including asynchronous I/O, parallel file systems, and optimized data partitioning strategies. These approaches aim to enhance throughput, reduce contention, and improve load balancing across multiple processing </a:t>
            </a:r>
            <a:r>
              <a:rPr lang="en-US" dirty="0" err="1"/>
              <a:t>units.Despite</a:t>
            </a:r>
            <a:r>
              <a:rPr lang="en-US" dirty="0"/>
              <a:t> advancements in I/O management, many scientific computing applications still suffer from inefficiencies in handling large datasets. Parallel architectures must efficiently integrate computation and storage layers to avoid performance degradation, especially in distributed environments. Furthermore, the choice of programming models and middleware plays a crucial role in optimizing data transfer between processors and storage systems. The impact of these design choices becomes even more significant when dealing with stochastic and iterative algorithms, which require frequent access to large datasets. A particularly relevant example of this challenge arises in mathematical optimization models such as Stochastic Dual Dynamic Programming (SDDP). These models rely on iterative evaluations over large datasets, requiring efficient I/O strategies to scale across multiple computational nodes. Poorly optimized I/O can severely impact the convergence speed and overall feasibility of solving complex stochastic problems. As a result, improving I/O scalability in parallel computing is not only a technical necessity but also a fundamental requirement for enabling large-scale mathematical models to operate efficiently.</a:t>
            </a:r>
            <a:endParaRPr lang="pt-BR" dirty="0"/>
          </a:p>
        </p:txBody>
      </p:sp>
    </p:spTree>
    <p:extLst>
      <p:ext uri="{BB962C8B-B14F-4D97-AF65-F5344CB8AC3E}">
        <p14:creationId xmlns:p14="http://schemas.microsoft.com/office/powerpoint/2010/main" val="1332357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pt-BR" dirty="0" err="1"/>
              <a:t>Introduction</a:t>
            </a:r>
            <a:r>
              <a:rPr lang="pt-BR" dirty="0"/>
              <a:t> - The SDDP </a:t>
            </a:r>
            <a:r>
              <a:rPr lang="pt-BR" dirty="0" err="1"/>
              <a:t>Algorithm</a:t>
            </a:r>
            <a:endParaRPr lang="pt-BR" dirty="0"/>
          </a:p>
        </p:txBody>
      </p:sp>
      <p:sp>
        <p:nvSpPr>
          <p:cNvPr id="8" name="Content Placeholder 7">
            <a:extLst>
              <a:ext uri="{FF2B5EF4-FFF2-40B4-BE49-F238E27FC236}">
                <a16:creationId xmlns:a16="http://schemas.microsoft.com/office/drawing/2014/main" id="{2397287A-3798-C2DF-9EE4-03C7C82198B3}"/>
              </a:ext>
            </a:extLst>
          </p:cNvPr>
          <p:cNvSpPr>
            <a:spLocks noGrp="1"/>
          </p:cNvSpPr>
          <p:nvPr>
            <p:ph sz="half" idx="2"/>
          </p:nvPr>
        </p:nvSpPr>
        <p:spPr/>
        <p:txBody>
          <a:bodyPr>
            <a:normAutofit fontScale="92500" lnSpcReduction="10000"/>
          </a:bodyPr>
          <a:lstStyle/>
          <a:p>
            <a:pPr algn="l">
              <a:buFont typeface="Arial" panose="020B0604020202020204" pitchFamily="34" charset="0"/>
              <a:buChar char="•"/>
            </a:pPr>
            <a:endParaRPr lang="en-US" b="0" i="0" dirty="0">
              <a:solidFill>
                <a:srgbClr val="333333"/>
              </a:solidFill>
              <a:effectLst/>
              <a:latin typeface="AmazonEmber"/>
            </a:endParaRPr>
          </a:p>
          <a:p>
            <a:pPr algn="l"/>
            <a:r>
              <a:rPr lang="pt-BR" sz="1800" b="0" i="0" u="none" strike="noStrike" baseline="0" dirty="0" err="1">
                <a:latin typeface="NimbusRomNo9L-Regu"/>
              </a:rPr>
              <a:t>Used</a:t>
            </a:r>
            <a:r>
              <a:rPr lang="pt-BR" sz="1800" b="0" i="0" u="none" strike="noStrike" baseline="0" dirty="0">
                <a:latin typeface="NimbusRomNo9L-Regu"/>
              </a:rPr>
              <a:t> in </a:t>
            </a:r>
            <a:r>
              <a:rPr lang="pt-BR" sz="1800" b="0" i="0" u="none" strike="noStrike" baseline="0" dirty="0" err="1">
                <a:latin typeface="NimbusRomNo9L-Regu"/>
              </a:rPr>
              <a:t>operation</a:t>
            </a:r>
            <a:r>
              <a:rPr lang="pt-BR" sz="1800" b="0" i="0" u="none" strike="noStrike" baseline="0" dirty="0">
                <a:latin typeface="NimbusRomNo9L-Regu"/>
              </a:rPr>
              <a:t> </a:t>
            </a:r>
            <a:r>
              <a:rPr lang="pt-BR" sz="1800" b="0" i="0" u="none" strike="noStrike" baseline="0" dirty="0" err="1">
                <a:latin typeface="NimbusRomNo9L-Regu"/>
              </a:rPr>
              <a:t>planning</a:t>
            </a:r>
            <a:r>
              <a:rPr lang="pt-BR" sz="1800" b="0" i="0" u="none" strike="noStrike" baseline="0" dirty="0">
                <a:latin typeface="NimbusRomNo9L-Regu"/>
              </a:rPr>
              <a:t>. </a:t>
            </a:r>
          </a:p>
          <a:p>
            <a:pPr algn="l"/>
            <a:r>
              <a:rPr lang="pt-BR" dirty="0">
                <a:latin typeface="NimbusRomNo9L-Regu"/>
              </a:rPr>
              <a:t>Temporal </a:t>
            </a:r>
            <a:r>
              <a:rPr lang="pt-BR" dirty="0" err="1">
                <a:latin typeface="NimbusRomNo9L-Regu"/>
              </a:rPr>
              <a:t>dependency</a:t>
            </a:r>
            <a:r>
              <a:rPr lang="pt-BR" dirty="0">
                <a:latin typeface="NimbusRomNo9L-Regu"/>
              </a:rPr>
              <a:t>.</a:t>
            </a:r>
            <a:endParaRPr lang="pt-BR" sz="1800" b="0" i="0" u="none" strike="noStrike" baseline="0" dirty="0">
              <a:latin typeface="NimbusRomNo9L-Regu"/>
            </a:endParaRPr>
          </a:p>
          <a:p>
            <a:pPr algn="l"/>
            <a:r>
              <a:rPr lang="en-US" sz="1800" b="0" i="0" u="none" strike="noStrike" baseline="0" dirty="0">
                <a:latin typeface="NimbusRomNo9L-Regu"/>
              </a:rPr>
              <a:t>The number of scenarios is the number of processes that can run simultaneously</a:t>
            </a:r>
            <a:r>
              <a:rPr lang="pt-BR" dirty="0">
                <a:latin typeface="NimbusRomNo9L-Regu"/>
              </a:rPr>
              <a:t>.</a:t>
            </a:r>
          </a:p>
          <a:p>
            <a:pPr algn="l"/>
            <a:r>
              <a:rPr lang="pt-BR" sz="1800" b="0" i="0" u="none" strike="noStrike" baseline="0" dirty="0" err="1">
                <a:latin typeface="NimbusRomNo9L-Regu"/>
              </a:rPr>
              <a:t>Example</a:t>
            </a:r>
            <a:r>
              <a:rPr lang="pt-BR" sz="1800" b="0" i="0" u="none" strike="noStrike" baseline="0" dirty="0">
                <a:latin typeface="NimbusRomNo9L-Regu"/>
              </a:rPr>
              <a:t> </a:t>
            </a:r>
            <a:r>
              <a:rPr lang="pt-BR" sz="1800" b="0" i="0" u="none" strike="noStrike" baseline="0" dirty="0" err="1">
                <a:latin typeface="NimbusRomNo9L-Regu"/>
              </a:rPr>
              <a:t>problem</a:t>
            </a:r>
            <a:r>
              <a:rPr lang="pt-BR" sz="1800" b="0" i="0" u="none" strike="noStrike" baseline="0" dirty="0">
                <a:latin typeface="NimbusRomNo9L-Regu"/>
              </a:rPr>
              <a:t>: 10 </a:t>
            </a:r>
            <a:r>
              <a:rPr lang="pt-BR" sz="1800" b="0" i="0" u="none" strike="noStrike" baseline="0" dirty="0" err="1">
                <a:latin typeface="NimbusRomNo9L-Regu"/>
              </a:rPr>
              <a:t>stages</a:t>
            </a:r>
            <a:r>
              <a:rPr lang="pt-BR" sz="1800" b="0" i="0" u="none" strike="noStrike" baseline="0" dirty="0">
                <a:latin typeface="NimbusRomNo9L-Regu"/>
              </a:rPr>
              <a:t> </a:t>
            </a:r>
            <a:r>
              <a:rPr lang="pt-BR" sz="1800" b="0" i="0" u="none" strike="noStrike" baseline="0" dirty="0" err="1">
                <a:latin typeface="NimbusRomNo9L-Regu"/>
              </a:rPr>
              <a:t>and</a:t>
            </a:r>
            <a:r>
              <a:rPr lang="pt-BR" sz="1800" b="0" i="0" u="none" strike="noStrike" baseline="0" dirty="0">
                <a:latin typeface="NimbusRomNo9L-Regu"/>
              </a:rPr>
              <a:t> 12 </a:t>
            </a:r>
            <a:r>
              <a:rPr lang="pt-BR" sz="1800" b="0" i="0" u="none" strike="noStrike" baseline="0" dirty="0" err="1">
                <a:latin typeface="NimbusRomNo9L-Regu"/>
              </a:rPr>
              <a:t>scenarios</a:t>
            </a:r>
            <a:r>
              <a:rPr lang="pt-BR" sz="1800" b="0" i="0" u="none" strike="noStrike" baseline="0" dirty="0">
                <a:latin typeface="NimbusRomNo9L-Regu"/>
              </a:rPr>
              <a:t>.</a:t>
            </a:r>
          </a:p>
          <a:p>
            <a:pPr algn="l"/>
            <a:r>
              <a:rPr lang="pt-BR" dirty="0">
                <a:latin typeface="NimbusRomNo9L-Regu"/>
              </a:rPr>
              <a:t>10 X 12 = 120 </a:t>
            </a:r>
            <a:r>
              <a:rPr lang="pt-BR" dirty="0" err="1">
                <a:latin typeface="NimbusRomNo9L-Regu"/>
              </a:rPr>
              <a:t>lines</a:t>
            </a:r>
            <a:r>
              <a:rPr lang="pt-BR" dirty="0">
                <a:latin typeface="NimbusRomNo9L-Regu"/>
              </a:rPr>
              <a:t> per result.</a:t>
            </a:r>
          </a:p>
          <a:p>
            <a:pPr algn="l"/>
            <a:r>
              <a:rPr lang="pt-BR" dirty="0" err="1">
                <a:latin typeface="NimbusRomNo9L-Regu"/>
              </a:rPr>
              <a:t>Tests</a:t>
            </a:r>
            <a:r>
              <a:rPr lang="pt-BR" dirty="0">
                <a:latin typeface="NimbusRomNo9L-Regu"/>
              </a:rPr>
              <a:t> </a:t>
            </a:r>
            <a:r>
              <a:rPr lang="pt-BR" dirty="0" err="1">
                <a:latin typeface="NimbusRomNo9L-Regu"/>
              </a:rPr>
              <a:t>with</a:t>
            </a:r>
            <a:r>
              <a:rPr lang="pt-BR" dirty="0">
                <a:latin typeface="NimbusRomNo9L-Regu"/>
              </a:rPr>
              <a:t> 1 </a:t>
            </a:r>
            <a:r>
              <a:rPr lang="pt-BR" dirty="0" err="1">
                <a:latin typeface="NimbusRomNo9L-Regu"/>
              </a:rPr>
              <a:t>stage</a:t>
            </a:r>
            <a:r>
              <a:rPr lang="pt-BR" dirty="0">
                <a:latin typeface="NimbusRomNo9L-Regu"/>
              </a:rPr>
              <a:t>.</a:t>
            </a:r>
            <a:br>
              <a:rPr lang="pt-BR" dirty="0">
                <a:latin typeface="NimbusRomNo9L-Regu"/>
              </a:rPr>
            </a:br>
            <a:endParaRPr lang="pt-BR" u="sng" dirty="0">
              <a:latin typeface="NimbusRomNo9L-Regu"/>
            </a:endParaRPr>
          </a:p>
          <a:p>
            <a:pPr marL="0" indent="0" algn="l">
              <a:buNone/>
            </a:pPr>
            <a:br>
              <a:rPr lang="pt-BR" sz="1800" b="0" i="0" u="none" strike="noStrike" baseline="0" dirty="0">
                <a:latin typeface="NimbusRomNo9L-Regu"/>
              </a:rPr>
            </a:br>
            <a:endParaRPr lang="en-US" sz="1800" i="0" u="none" strike="noStrike" baseline="0" dirty="0">
              <a:latin typeface="Times-Bold"/>
            </a:endParaRPr>
          </a:p>
        </p:txBody>
      </p:sp>
      <p:pic>
        <p:nvPicPr>
          <p:cNvPr id="7" name="Espaço Reservado para Conteúdo 6" descr="Uma imagem contendo Ícone&#10;&#10;Descrição gerada automaticamente">
            <a:extLst>
              <a:ext uri="{FF2B5EF4-FFF2-40B4-BE49-F238E27FC236}">
                <a16:creationId xmlns:a16="http://schemas.microsoft.com/office/drawing/2014/main" id="{6CAD9C39-6EDD-88C9-7CD1-702344D32D23}"/>
              </a:ext>
            </a:extLst>
          </p:cNvPr>
          <p:cNvPicPr>
            <a:picLocks noGrp="1" noChangeAspect="1"/>
          </p:cNvPicPr>
          <p:nvPr>
            <p:ph sz="half" idx="1"/>
          </p:nvPr>
        </p:nvPicPr>
        <p:blipFill>
          <a:blip r:embed="rId3"/>
          <a:stretch>
            <a:fillRect/>
          </a:stretch>
        </p:blipFill>
        <p:spPr>
          <a:xfrm>
            <a:off x="1105603" y="2314670"/>
            <a:ext cx="4373743" cy="3458973"/>
          </a:xfrm>
        </p:spPr>
      </p:pic>
    </p:spTree>
    <p:extLst>
      <p:ext uri="{BB962C8B-B14F-4D97-AF65-F5344CB8AC3E}">
        <p14:creationId xmlns:p14="http://schemas.microsoft.com/office/powerpoint/2010/main" val="3106854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pt-BR" dirty="0" err="1"/>
              <a:t>Introduction</a:t>
            </a:r>
            <a:r>
              <a:rPr lang="pt-BR" dirty="0"/>
              <a:t> – </a:t>
            </a:r>
            <a:r>
              <a:rPr lang="pt-BR" dirty="0" err="1"/>
              <a:t>what’s</a:t>
            </a:r>
            <a:r>
              <a:rPr lang="pt-BR" dirty="0"/>
              <a:t> </a:t>
            </a:r>
            <a:r>
              <a:rPr lang="pt-BR" dirty="0" err="1"/>
              <a:t>scenarios</a:t>
            </a:r>
            <a:r>
              <a:rPr lang="pt-BR" dirty="0"/>
              <a:t> ?</a:t>
            </a:r>
          </a:p>
        </p:txBody>
      </p:sp>
      <p:sp>
        <p:nvSpPr>
          <p:cNvPr id="8" name="Content Placeholder 7">
            <a:extLst>
              <a:ext uri="{FF2B5EF4-FFF2-40B4-BE49-F238E27FC236}">
                <a16:creationId xmlns:a16="http://schemas.microsoft.com/office/drawing/2014/main" id="{2397287A-3798-C2DF-9EE4-03C7C82198B3}"/>
              </a:ext>
            </a:extLst>
          </p:cNvPr>
          <p:cNvSpPr>
            <a:spLocks noGrp="1"/>
          </p:cNvSpPr>
          <p:nvPr>
            <p:ph sz="half" idx="2"/>
          </p:nvPr>
        </p:nvSpPr>
        <p:spPr/>
        <p:txBody>
          <a:bodyPr>
            <a:normAutofit/>
          </a:bodyPr>
          <a:lstStyle/>
          <a:p>
            <a:pPr algn="l">
              <a:buFont typeface="Arial" panose="020B0604020202020204" pitchFamily="34" charset="0"/>
              <a:buChar char="•"/>
            </a:pPr>
            <a:endParaRPr lang="en-US" b="0" i="0" dirty="0">
              <a:solidFill>
                <a:srgbClr val="333333"/>
              </a:solidFill>
              <a:effectLst/>
              <a:latin typeface="AmazonEmber"/>
            </a:endParaRPr>
          </a:p>
          <a:p>
            <a:pPr marL="0" indent="0" algn="l">
              <a:buNone/>
            </a:pPr>
            <a:endParaRPr lang="pt-BR" u="sng" dirty="0">
              <a:latin typeface="NimbusRomNo9L-Regu"/>
            </a:endParaRPr>
          </a:p>
          <a:p>
            <a:pPr marL="0" indent="0" algn="l">
              <a:buNone/>
            </a:pPr>
            <a:br>
              <a:rPr lang="pt-BR" sz="1800" b="0" i="0" u="none" strike="noStrike" baseline="0" dirty="0">
                <a:latin typeface="NimbusRomNo9L-Regu"/>
              </a:rPr>
            </a:br>
            <a:endParaRPr lang="en-US" sz="1800" i="0" u="none" strike="noStrike" baseline="0" dirty="0">
              <a:latin typeface="Times-Bold"/>
            </a:endParaRPr>
          </a:p>
        </p:txBody>
      </p:sp>
      <p:pic>
        <p:nvPicPr>
          <p:cNvPr id="6" name="Espaço Reservado para Conteúdo 5" descr="Gráfico&#10;&#10;Descrição gerada automaticamente">
            <a:extLst>
              <a:ext uri="{FF2B5EF4-FFF2-40B4-BE49-F238E27FC236}">
                <a16:creationId xmlns:a16="http://schemas.microsoft.com/office/drawing/2014/main" id="{55AB2660-3761-64E2-17A3-0B1DD54CE684}"/>
              </a:ext>
            </a:extLst>
          </p:cNvPr>
          <p:cNvPicPr>
            <a:picLocks noGrp="1" noChangeAspect="1"/>
          </p:cNvPicPr>
          <p:nvPr>
            <p:ph sz="half" idx="1"/>
          </p:nvPr>
        </p:nvPicPr>
        <p:blipFill>
          <a:blip r:embed="rId3"/>
          <a:stretch>
            <a:fillRect/>
          </a:stretch>
        </p:blipFill>
        <p:spPr>
          <a:xfrm>
            <a:off x="2176361" y="2228003"/>
            <a:ext cx="6792541" cy="4165737"/>
          </a:xfrm>
        </p:spPr>
      </p:pic>
    </p:spTree>
    <p:extLst>
      <p:ext uri="{BB962C8B-B14F-4D97-AF65-F5344CB8AC3E}">
        <p14:creationId xmlns:p14="http://schemas.microsoft.com/office/powerpoint/2010/main" val="3164618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pt-BR" dirty="0" err="1"/>
              <a:t>Introduction</a:t>
            </a:r>
            <a:r>
              <a:rPr lang="pt-BR" dirty="0"/>
              <a:t> - </a:t>
            </a:r>
            <a:r>
              <a:rPr lang="pt-BR" dirty="0" err="1"/>
              <a:t>Results</a:t>
            </a:r>
            <a:endParaRPr lang="pt-BR" dirty="0"/>
          </a:p>
        </p:txBody>
      </p:sp>
      <p:sp>
        <p:nvSpPr>
          <p:cNvPr id="8" name="Content Placeholder 7">
            <a:extLst>
              <a:ext uri="{FF2B5EF4-FFF2-40B4-BE49-F238E27FC236}">
                <a16:creationId xmlns:a16="http://schemas.microsoft.com/office/drawing/2014/main" id="{2397287A-3798-C2DF-9EE4-03C7C82198B3}"/>
              </a:ext>
            </a:extLst>
          </p:cNvPr>
          <p:cNvSpPr>
            <a:spLocks noGrp="1"/>
          </p:cNvSpPr>
          <p:nvPr>
            <p:ph sz="half" idx="2"/>
          </p:nvPr>
        </p:nvSpPr>
        <p:spPr/>
        <p:txBody>
          <a:bodyPr>
            <a:normAutofit/>
          </a:bodyPr>
          <a:lstStyle/>
          <a:p>
            <a:pPr algn="l">
              <a:buFont typeface="Arial" panose="020B0604020202020204" pitchFamily="34" charset="0"/>
              <a:buChar char="•"/>
            </a:pPr>
            <a:endParaRPr lang="en-US" b="0" i="0" dirty="0">
              <a:solidFill>
                <a:srgbClr val="333333"/>
              </a:solidFill>
              <a:effectLst/>
              <a:latin typeface="AmazonEmber"/>
            </a:endParaRPr>
          </a:p>
          <a:p>
            <a:pPr algn="l"/>
            <a:r>
              <a:rPr lang="en-US" sz="1800" b="0" i="0" u="none" strike="noStrike" baseline="0" dirty="0">
                <a:latin typeface="NimbusRomNo9L-Regu"/>
              </a:rPr>
              <a:t>Different number of blocks per result.</a:t>
            </a:r>
            <a:endParaRPr lang="pt-BR" sz="1800" b="0" i="0" u="none" strike="noStrike" baseline="0" dirty="0">
              <a:latin typeface="NimbusRomNo9L-Regu"/>
            </a:endParaRPr>
          </a:p>
          <a:p>
            <a:pPr algn="l"/>
            <a:r>
              <a:rPr lang="en-US" dirty="0">
                <a:latin typeface="NimbusRomNo9L-Regu"/>
              </a:rPr>
              <a:t>Each process writes to a specific region of the file.</a:t>
            </a:r>
          </a:p>
          <a:p>
            <a:pPr algn="l"/>
            <a:r>
              <a:rPr lang="en-US" dirty="0">
                <a:latin typeface="NimbusRomNo9L-Regu"/>
              </a:rPr>
              <a:t>Examples of results: Fuel cost projection, thermal generation price projection.</a:t>
            </a:r>
            <a:endParaRPr lang="pt-BR" dirty="0">
              <a:latin typeface="NimbusRomNo9L-Regu"/>
            </a:endParaRPr>
          </a:p>
          <a:p>
            <a:pPr marL="0" indent="0" algn="l">
              <a:buNone/>
            </a:pPr>
            <a:br>
              <a:rPr lang="pt-BR" sz="1800" b="0" i="0" u="none" strike="noStrike" baseline="0" dirty="0">
                <a:latin typeface="NimbusRomNo9L-Regu"/>
              </a:rPr>
            </a:br>
            <a:endParaRPr lang="en-US" sz="1800" i="0" u="none" strike="noStrike" baseline="0" dirty="0">
              <a:latin typeface="Times-Bold"/>
            </a:endParaRPr>
          </a:p>
        </p:txBody>
      </p:sp>
      <p:sp>
        <p:nvSpPr>
          <p:cNvPr id="4" name="Espaço Reservado para Conteúdo 3">
            <a:extLst>
              <a:ext uri="{FF2B5EF4-FFF2-40B4-BE49-F238E27FC236}">
                <a16:creationId xmlns:a16="http://schemas.microsoft.com/office/drawing/2014/main" id="{BCEE3289-7469-7A9F-B417-C2C62A176953}"/>
              </a:ext>
            </a:extLst>
          </p:cNvPr>
          <p:cNvSpPr>
            <a:spLocks noGrp="1"/>
          </p:cNvSpPr>
          <p:nvPr>
            <p:ph sz="half" idx="1"/>
          </p:nvPr>
        </p:nvSpPr>
        <p:spPr/>
        <p:txBody>
          <a:bodyPr/>
          <a:lstStyle/>
          <a:p>
            <a:r>
              <a:rPr lang="en-US" dirty="0"/>
              <a:t>Examples of results: Fuel cost projection, thermal generation price projection</a:t>
            </a:r>
            <a:endParaRPr lang="pt-BR" dirty="0"/>
          </a:p>
        </p:txBody>
      </p:sp>
      <p:pic>
        <p:nvPicPr>
          <p:cNvPr id="6" name="Imagem 5">
            <a:extLst>
              <a:ext uri="{FF2B5EF4-FFF2-40B4-BE49-F238E27FC236}">
                <a16:creationId xmlns:a16="http://schemas.microsoft.com/office/drawing/2014/main" id="{D13DD1D9-D636-D08E-BD60-597BDF33824C}"/>
              </a:ext>
            </a:extLst>
          </p:cNvPr>
          <p:cNvPicPr>
            <a:picLocks noChangeAspect="1"/>
          </p:cNvPicPr>
          <p:nvPr/>
        </p:nvPicPr>
        <p:blipFill>
          <a:blip r:embed="rId3"/>
          <a:stretch>
            <a:fillRect/>
          </a:stretch>
        </p:blipFill>
        <p:spPr>
          <a:xfrm>
            <a:off x="706350" y="2344800"/>
            <a:ext cx="5172075" cy="3019425"/>
          </a:xfrm>
          <a:prstGeom prst="rect">
            <a:avLst/>
          </a:prstGeom>
        </p:spPr>
      </p:pic>
    </p:spTree>
    <p:extLst>
      <p:ext uri="{BB962C8B-B14F-4D97-AF65-F5344CB8AC3E}">
        <p14:creationId xmlns:p14="http://schemas.microsoft.com/office/powerpoint/2010/main" val="2788715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en-US" sz="2800" b="0" i="0" u="none" strike="noStrike" baseline="0" dirty="0">
                <a:latin typeface="TimesNewRomanPSMT"/>
              </a:rPr>
              <a:t>Evaluation</a:t>
            </a:r>
            <a:r>
              <a:rPr lang="pt-BR" dirty="0"/>
              <a:t> – case </a:t>
            </a:r>
            <a:r>
              <a:rPr lang="pt-BR" dirty="0" err="1"/>
              <a:t>study</a:t>
            </a:r>
            <a:endParaRPr lang="pt-BR" dirty="0"/>
          </a:p>
        </p:txBody>
      </p:sp>
      <p:sp>
        <p:nvSpPr>
          <p:cNvPr id="8" name="Content Placeholder 7">
            <a:extLst>
              <a:ext uri="{FF2B5EF4-FFF2-40B4-BE49-F238E27FC236}">
                <a16:creationId xmlns:a16="http://schemas.microsoft.com/office/drawing/2014/main" id="{2397287A-3798-C2DF-9EE4-03C7C82198B3}"/>
              </a:ext>
            </a:extLst>
          </p:cNvPr>
          <p:cNvSpPr>
            <a:spLocks noGrp="1"/>
          </p:cNvSpPr>
          <p:nvPr>
            <p:ph sz="half" idx="2"/>
          </p:nvPr>
        </p:nvSpPr>
        <p:spPr/>
        <p:txBody>
          <a:bodyPr>
            <a:normAutofit/>
          </a:bodyPr>
          <a:lstStyle/>
          <a:p>
            <a:pPr algn="l">
              <a:buFont typeface="Arial" panose="020B0604020202020204" pitchFamily="34" charset="0"/>
              <a:buChar char="•"/>
            </a:pPr>
            <a:r>
              <a:rPr lang="en-US" dirty="0">
                <a:solidFill>
                  <a:srgbClr val="333333"/>
                </a:solidFill>
                <a:latin typeface="AmazonEmber"/>
              </a:rPr>
              <a:t>PMO BRASIL</a:t>
            </a:r>
          </a:p>
          <a:p>
            <a:pPr algn="l">
              <a:buFont typeface="Arial" panose="020B0604020202020204" pitchFamily="34" charset="0"/>
              <a:buChar char="•"/>
            </a:pPr>
            <a:r>
              <a:rPr lang="en-US" b="0" i="0" dirty="0">
                <a:solidFill>
                  <a:srgbClr val="333333"/>
                </a:solidFill>
                <a:effectLst/>
                <a:latin typeface="AmazonEmber"/>
              </a:rPr>
              <a:t>Monthly: 1200 Scenarios</a:t>
            </a:r>
          </a:p>
          <a:p>
            <a:pPr algn="l">
              <a:buFont typeface="Arial" panose="020B0604020202020204" pitchFamily="34" charset="0"/>
              <a:buChar char="•"/>
            </a:pPr>
            <a:r>
              <a:rPr lang="en-US" dirty="0">
                <a:solidFill>
                  <a:srgbClr val="333333"/>
                </a:solidFill>
                <a:latin typeface="AmazonEmber"/>
              </a:rPr>
              <a:t>Hourly: 100 Scenarios</a:t>
            </a:r>
          </a:p>
          <a:p>
            <a:pPr algn="l">
              <a:buFont typeface="Arial" panose="020B0604020202020204" pitchFamily="34" charset="0"/>
              <a:buChar char="•"/>
            </a:pPr>
            <a:r>
              <a:rPr lang="en-US" b="0" i="0" dirty="0">
                <a:solidFill>
                  <a:srgbClr val="333333"/>
                </a:solidFill>
                <a:effectLst/>
                <a:latin typeface="AmazonEmber"/>
              </a:rPr>
              <a:t>Stakeholders: ONS, Banks, Generators.</a:t>
            </a:r>
          </a:p>
          <a:p>
            <a:pPr marL="0" indent="0" algn="l">
              <a:buNone/>
            </a:pPr>
            <a:br>
              <a:rPr lang="pt-BR" sz="1800" b="0" i="0" u="none" strike="noStrike" baseline="0" dirty="0">
                <a:latin typeface="NimbusRomNo9L-Regu"/>
              </a:rPr>
            </a:br>
            <a:endParaRPr lang="en-US" sz="1800" i="0" u="none" strike="noStrike" baseline="0" dirty="0">
              <a:latin typeface="Times-Bold"/>
            </a:endParaRPr>
          </a:p>
        </p:txBody>
      </p:sp>
      <p:sp>
        <p:nvSpPr>
          <p:cNvPr id="4" name="Espaço Reservado para Conteúdo 3">
            <a:extLst>
              <a:ext uri="{FF2B5EF4-FFF2-40B4-BE49-F238E27FC236}">
                <a16:creationId xmlns:a16="http://schemas.microsoft.com/office/drawing/2014/main" id="{12C2ADB8-2836-6843-DD7C-01B20A7D9A30}"/>
              </a:ext>
            </a:extLst>
          </p:cNvPr>
          <p:cNvSpPr>
            <a:spLocks noGrp="1"/>
          </p:cNvSpPr>
          <p:nvPr>
            <p:ph sz="half" idx="1"/>
          </p:nvPr>
        </p:nvSpPr>
        <p:spPr/>
        <p:txBody>
          <a:bodyPr/>
          <a:lstStyle/>
          <a:p>
            <a:endParaRPr lang="pt-BR" dirty="0"/>
          </a:p>
        </p:txBody>
      </p:sp>
    </p:spTree>
    <p:extLst>
      <p:ext uri="{BB962C8B-B14F-4D97-AF65-F5344CB8AC3E}">
        <p14:creationId xmlns:p14="http://schemas.microsoft.com/office/powerpoint/2010/main" val="1653440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5E9286A-DCF5-0A4F-BC4C-1B4B2E50B5F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7FC7E8-94F1-C94D-22C9-74AEC2D8B63A}"/>
              </a:ext>
            </a:extLst>
          </p:cNvPr>
          <p:cNvSpPr>
            <a:spLocks noGrp="1"/>
          </p:cNvSpPr>
          <p:nvPr>
            <p:ph type="title"/>
          </p:nvPr>
        </p:nvSpPr>
        <p:spPr/>
        <p:txBody>
          <a:bodyPr rtlCol="0"/>
          <a:lstStyle/>
          <a:p>
            <a:pPr rtl="0"/>
            <a:r>
              <a:rPr lang="en-US" sz="2800" b="0" i="0" u="none" strike="noStrike" baseline="0" dirty="0">
                <a:latin typeface="TimesNewRomanPSMT"/>
              </a:rPr>
              <a:t>Evaluation</a:t>
            </a:r>
            <a:r>
              <a:rPr lang="pt-BR" dirty="0"/>
              <a:t> – cluster </a:t>
            </a:r>
            <a:r>
              <a:rPr lang="pt-BR" dirty="0" err="1"/>
              <a:t>configuration</a:t>
            </a:r>
            <a:endParaRPr lang="pt-BR" dirty="0"/>
          </a:p>
        </p:txBody>
      </p:sp>
      <p:sp>
        <p:nvSpPr>
          <p:cNvPr id="8" name="Content Placeholder 7">
            <a:extLst>
              <a:ext uri="{FF2B5EF4-FFF2-40B4-BE49-F238E27FC236}">
                <a16:creationId xmlns:a16="http://schemas.microsoft.com/office/drawing/2014/main" id="{0D513631-B7FD-F3ED-81A4-5CD2DB96C5BD}"/>
              </a:ext>
            </a:extLst>
          </p:cNvPr>
          <p:cNvSpPr>
            <a:spLocks noGrp="1"/>
          </p:cNvSpPr>
          <p:nvPr>
            <p:ph sz="half" idx="2"/>
          </p:nvPr>
        </p:nvSpPr>
        <p:spPr/>
        <p:txBody>
          <a:bodyPr>
            <a:normAutofit/>
          </a:bodyPr>
          <a:lstStyle/>
          <a:p>
            <a:pPr algn="l">
              <a:buFont typeface="Arial" panose="020B0604020202020204" pitchFamily="34" charset="0"/>
              <a:buChar char="•"/>
            </a:pPr>
            <a:r>
              <a:rPr lang="en-US" b="0" i="0" dirty="0">
                <a:solidFill>
                  <a:srgbClr val="333333"/>
                </a:solidFill>
                <a:effectLst/>
                <a:latin typeface="AmazonEmber"/>
              </a:rPr>
              <a:t>16 nodes</a:t>
            </a:r>
          </a:p>
          <a:p>
            <a:pPr algn="l">
              <a:buFont typeface="Arial" panose="020B0604020202020204" pitchFamily="34" charset="0"/>
              <a:buChar char="•"/>
            </a:pPr>
            <a:r>
              <a:rPr lang="en-US" b="0" i="0" dirty="0">
                <a:solidFill>
                  <a:srgbClr val="333333"/>
                </a:solidFill>
                <a:effectLst/>
                <a:latin typeface="AmazonEmber"/>
              </a:rPr>
              <a:t>Up to 3.2 GHz 4th Generation Intel Xeon Scalable processor (Sapphire Rapids 8488C)</a:t>
            </a:r>
          </a:p>
          <a:p>
            <a:pPr algn="l">
              <a:buFont typeface="Arial" panose="020B0604020202020204" pitchFamily="34" charset="0"/>
              <a:buChar char="•"/>
            </a:pPr>
            <a:r>
              <a:rPr lang="en-US" dirty="0">
                <a:solidFill>
                  <a:srgbClr val="333333"/>
                </a:solidFill>
                <a:latin typeface="AmazonEmber"/>
              </a:rPr>
              <a:t>32 Cores and 64 Hyper </a:t>
            </a:r>
            <a:r>
              <a:rPr lang="en-US" dirty="0" err="1">
                <a:solidFill>
                  <a:srgbClr val="333333"/>
                </a:solidFill>
                <a:latin typeface="AmazonEmber"/>
              </a:rPr>
              <a:t>Theads</a:t>
            </a:r>
            <a:r>
              <a:rPr lang="en-US" dirty="0">
                <a:solidFill>
                  <a:srgbClr val="333333"/>
                </a:solidFill>
                <a:latin typeface="AmazonEmber"/>
              </a:rPr>
              <a:t>.</a:t>
            </a:r>
          </a:p>
          <a:p>
            <a:pPr algn="l">
              <a:buFont typeface="Arial" panose="020B0604020202020204" pitchFamily="34" charset="0"/>
              <a:buChar char="•"/>
            </a:pPr>
            <a:r>
              <a:rPr lang="en-US" b="0" i="0" dirty="0">
                <a:solidFill>
                  <a:srgbClr val="333333"/>
                </a:solidFill>
                <a:effectLst/>
                <a:latin typeface="AmazonEmber"/>
              </a:rPr>
              <a:t>64 GiB of ram memory per machine</a:t>
            </a:r>
          </a:p>
          <a:p>
            <a:pPr algn="l">
              <a:buFont typeface="Arial" panose="020B0604020202020204" pitchFamily="34" charset="0"/>
              <a:buChar char="•"/>
            </a:pPr>
            <a:r>
              <a:rPr lang="en-US" sz="1800" u="none" strike="noStrike" baseline="0" dirty="0">
                <a:solidFill>
                  <a:srgbClr val="333333"/>
                </a:solidFill>
                <a:latin typeface="AmazonEmber"/>
              </a:rPr>
              <a:t>Networ</a:t>
            </a:r>
            <a:r>
              <a:rPr lang="en-US" dirty="0">
                <a:solidFill>
                  <a:srgbClr val="333333"/>
                </a:solidFill>
                <a:latin typeface="AmazonEmber"/>
              </a:rPr>
              <a:t>k </a:t>
            </a:r>
            <a:r>
              <a:rPr lang="en-US" dirty="0" err="1">
                <a:solidFill>
                  <a:srgbClr val="333333"/>
                </a:solidFill>
                <a:latin typeface="AmazonEmber"/>
              </a:rPr>
              <a:t>bandwith</a:t>
            </a:r>
            <a:r>
              <a:rPr lang="en-US" dirty="0">
                <a:solidFill>
                  <a:srgbClr val="333333"/>
                </a:solidFill>
                <a:latin typeface="AmazonEmber"/>
              </a:rPr>
              <a:t> 20 Gb/s</a:t>
            </a:r>
            <a:br>
              <a:rPr lang="pt-BR" sz="1800" b="0" i="0" u="none" strike="noStrike" baseline="0" dirty="0">
                <a:latin typeface="NimbusRomNo9L-Regu"/>
              </a:rPr>
            </a:br>
            <a:endParaRPr lang="en-US" sz="1800" i="0" u="none" strike="noStrike" baseline="0" dirty="0">
              <a:latin typeface="Times-Bold"/>
            </a:endParaRPr>
          </a:p>
        </p:txBody>
      </p:sp>
      <p:sp>
        <p:nvSpPr>
          <p:cNvPr id="4" name="Espaço Reservado para Conteúdo 3">
            <a:extLst>
              <a:ext uri="{FF2B5EF4-FFF2-40B4-BE49-F238E27FC236}">
                <a16:creationId xmlns:a16="http://schemas.microsoft.com/office/drawing/2014/main" id="{C7C7BC41-F9CA-CDB4-2B85-D664525EED55}"/>
              </a:ext>
            </a:extLst>
          </p:cNvPr>
          <p:cNvSpPr>
            <a:spLocks noGrp="1"/>
          </p:cNvSpPr>
          <p:nvPr>
            <p:ph sz="half" idx="1"/>
          </p:nvPr>
        </p:nvSpPr>
        <p:spPr/>
        <p:txBody>
          <a:bodyPr/>
          <a:lstStyle/>
          <a:p>
            <a:endParaRPr lang="pt-BR"/>
          </a:p>
        </p:txBody>
      </p:sp>
    </p:spTree>
    <p:extLst>
      <p:ext uri="{BB962C8B-B14F-4D97-AF65-F5344CB8AC3E}">
        <p14:creationId xmlns:p14="http://schemas.microsoft.com/office/powerpoint/2010/main" val="3700244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pt-BR" dirty="0" err="1"/>
              <a:t>Introduction</a:t>
            </a:r>
            <a:r>
              <a:rPr lang="pt-BR" dirty="0"/>
              <a:t> - cluster </a:t>
            </a:r>
            <a:r>
              <a:rPr lang="pt-BR" dirty="0" err="1"/>
              <a:t>architecture</a:t>
            </a:r>
            <a:r>
              <a:rPr lang="pt-BR" dirty="0"/>
              <a:t> </a:t>
            </a:r>
            <a:endParaRPr lang="pt-BR" u="sng" dirty="0"/>
          </a:p>
        </p:txBody>
      </p:sp>
      <p:pic>
        <p:nvPicPr>
          <p:cNvPr id="7" name="Espaço Reservado para Conteúdo 6" descr="Tela de computador com texto preto sobre fundo branco&#10;&#10;Descrição gerada automaticamente com confiança média">
            <a:extLst>
              <a:ext uri="{FF2B5EF4-FFF2-40B4-BE49-F238E27FC236}">
                <a16:creationId xmlns:a16="http://schemas.microsoft.com/office/drawing/2014/main" id="{1BDAB378-D223-8D6B-8444-C0191A7D7915}"/>
              </a:ext>
            </a:extLst>
          </p:cNvPr>
          <p:cNvPicPr>
            <a:picLocks noGrp="1" noChangeAspect="1"/>
          </p:cNvPicPr>
          <p:nvPr>
            <p:ph sz="half" idx="1"/>
          </p:nvPr>
        </p:nvPicPr>
        <p:blipFill>
          <a:blip r:embed="rId3"/>
          <a:stretch>
            <a:fillRect/>
          </a:stretch>
        </p:blipFill>
        <p:spPr>
          <a:xfrm>
            <a:off x="1150843" y="1906726"/>
            <a:ext cx="9277208" cy="7096851"/>
          </a:xfrm>
        </p:spPr>
      </p:pic>
    </p:spTree>
    <p:extLst>
      <p:ext uri="{BB962C8B-B14F-4D97-AF65-F5344CB8AC3E}">
        <p14:creationId xmlns:p14="http://schemas.microsoft.com/office/powerpoint/2010/main" val="300948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en-US" sz="2800" b="0" i="0" u="none" strike="noStrike" baseline="0" dirty="0">
                <a:latin typeface="TimesNewRomanPSMT"/>
              </a:rPr>
              <a:t>Evaluation:</a:t>
            </a:r>
            <a:endParaRPr lang="pt-BR" dirty="0"/>
          </a:p>
        </p:txBody>
      </p:sp>
      <p:graphicFrame>
        <p:nvGraphicFramePr>
          <p:cNvPr id="9" name="Espaço Reservado para Conteúdo 8">
            <a:extLst>
              <a:ext uri="{FF2B5EF4-FFF2-40B4-BE49-F238E27FC236}">
                <a16:creationId xmlns:a16="http://schemas.microsoft.com/office/drawing/2014/main" id="{EFF25107-A41C-D219-9DAF-273CC542CD6A}"/>
              </a:ext>
            </a:extLst>
          </p:cNvPr>
          <p:cNvGraphicFramePr>
            <a:graphicFrameLocks noGrp="1"/>
          </p:cNvGraphicFramePr>
          <p:nvPr>
            <p:ph sz="half" idx="1"/>
            <p:extLst>
              <p:ext uri="{D42A27DB-BD31-4B8C-83A1-F6EECF244321}">
                <p14:modId xmlns:p14="http://schemas.microsoft.com/office/powerpoint/2010/main" val="3326375041"/>
              </p:ext>
            </p:extLst>
          </p:nvPr>
        </p:nvGraphicFramePr>
        <p:xfrm>
          <a:off x="489543" y="2122186"/>
          <a:ext cx="11212914" cy="4247030"/>
        </p:xfrm>
        <a:graphic>
          <a:graphicData uri="http://schemas.openxmlformats.org/drawingml/2006/table">
            <a:tbl>
              <a:tblPr firstRow="1" bandRow="1">
                <a:tableStyleId>{5C22544A-7EE6-4342-B048-85BDC9FD1C3A}</a:tableStyleId>
              </a:tblPr>
              <a:tblGrid>
                <a:gridCol w="1047452">
                  <a:extLst>
                    <a:ext uri="{9D8B030D-6E8A-4147-A177-3AD203B41FA5}">
                      <a16:colId xmlns:a16="http://schemas.microsoft.com/office/drawing/2014/main" val="3043662333"/>
                    </a:ext>
                  </a:extLst>
                </a:gridCol>
                <a:gridCol w="1115431">
                  <a:extLst>
                    <a:ext uri="{9D8B030D-6E8A-4147-A177-3AD203B41FA5}">
                      <a16:colId xmlns:a16="http://schemas.microsoft.com/office/drawing/2014/main" val="3796884114"/>
                    </a:ext>
                  </a:extLst>
                </a:gridCol>
                <a:gridCol w="1344168">
                  <a:extLst>
                    <a:ext uri="{9D8B030D-6E8A-4147-A177-3AD203B41FA5}">
                      <a16:colId xmlns:a16="http://schemas.microsoft.com/office/drawing/2014/main" val="2924834905"/>
                    </a:ext>
                  </a:extLst>
                </a:gridCol>
                <a:gridCol w="1243584">
                  <a:extLst>
                    <a:ext uri="{9D8B030D-6E8A-4147-A177-3AD203B41FA5}">
                      <a16:colId xmlns:a16="http://schemas.microsoft.com/office/drawing/2014/main" val="3685115954"/>
                    </a:ext>
                  </a:extLst>
                </a:gridCol>
                <a:gridCol w="2432304">
                  <a:extLst>
                    <a:ext uri="{9D8B030D-6E8A-4147-A177-3AD203B41FA5}">
                      <a16:colId xmlns:a16="http://schemas.microsoft.com/office/drawing/2014/main" val="3473095684"/>
                    </a:ext>
                  </a:extLst>
                </a:gridCol>
                <a:gridCol w="4029975">
                  <a:extLst>
                    <a:ext uri="{9D8B030D-6E8A-4147-A177-3AD203B41FA5}">
                      <a16:colId xmlns:a16="http://schemas.microsoft.com/office/drawing/2014/main" val="648277601"/>
                    </a:ext>
                  </a:extLst>
                </a:gridCol>
              </a:tblGrid>
              <a:tr h="798428">
                <a:tc>
                  <a:txBody>
                    <a:bodyPr/>
                    <a:lstStyle/>
                    <a:p>
                      <a:r>
                        <a:rPr lang="en-US" sz="1600" dirty="0"/>
                        <a:t>Test</a:t>
                      </a:r>
                      <a:endParaRPr lang="pt-BR" sz="1600" dirty="0"/>
                    </a:p>
                  </a:txBody>
                  <a:tcPr marT="41564" marB="41564"/>
                </a:tc>
                <a:tc>
                  <a:txBody>
                    <a:bodyPr/>
                    <a:lstStyle/>
                    <a:p>
                      <a:r>
                        <a:rPr lang="pt-BR" sz="1600" dirty="0" err="1"/>
                        <a:t>Scenarios</a:t>
                      </a:r>
                      <a:endParaRPr lang="pt-BR" sz="1600" dirty="0"/>
                    </a:p>
                  </a:txBody>
                  <a:tcPr marT="41564" marB="41564"/>
                </a:tc>
                <a:tc>
                  <a:txBody>
                    <a:bodyPr/>
                    <a:lstStyle/>
                    <a:p>
                      <a:r>
                        <a:rPr lang="en-US" sz="1600" dirty="0"/>
                        <a:t>Average(s)</a:t>
                      </a:r>
                      <a:endParaRPr lang="pt-BR" sz="1600" dirty="0"/>
                    </a:p>
                  </a:txBody>
                  <a:tcPr marT="41564" marB="41564"/>
                </a:tc>
                <a:tc>
                  <a:txBody>
                    <a:bodyPr/>
                    <a:lstStyle/>
                    <a:p>
                      <a:r>
                        <a:rPr lang="en-US" sz="1600" dirty="0" err="1"/>
                        <a:t>Stdev</a:t>
                      </a:r>
                      <a:r>
                        <a:rPr lang="en-US" sz="1600" dirty="0"/>
                        <a:t>(s)</a:t>
                      </a:r>
                      <a:endParaRPr lang="pt-BR" sz="1600" dirty="0"/>
                    </a:p>
                  </a:txBody>
                  <a:tcPr marT="41564" marB="41564"/>
                </a:tc>
                <a:tc>
                  <a:txBody>
                    <a:bodyPr/>
                    <a:lstStyle/>
                    <a:p>
                      <a:r>
                        <a:rPr lang="pt-BR" sz="1600" dirty="0" err="1"/>
                        <a:t>Comunication</a:t>
                      </a:r>
                      <a:r>
                        <a:rPr lang="pt-BR" sz="1600" dirty="0"/>
                        <a:t> time(s)</a:t>
                      </a:r>
                    </a:p>
                  </a:txBody>
                  <a:tcPr marT="41564" marB="41564"/>
                </a:tc>
                <a:tc>
                  <a:txBody>
                    <a:bodyPr/>
                    <a:lstStyle/>
                    <a:p>
                      <a:r>
                        <a:rPr lang="en-US" sz="1600" dirty="0"/>
                        <a:t>Total time(s)</a:t>
                      </a:r>
                      <a:endParaRPr lang="pt-BR" sz="1600" dirty="0"/>
                    </a:p>
                  </a:txBody>
                  <a:tcPr marT="41564" marB="41564"/>
                </a:tc>
                <a:extLst>
                  <a:ext uri="{0D108BD9-81ED-4DB2-BD59-A6C34878D82A}">
                    <a16:rowId xmlns:a16="http://schemas.microsoft.com/office/drawing/2014/main" val="2863561410"/>
                  </a:ext>
                </a:extLst>
              </a:tr>
              <a:tr h="389514">
                <a:tc>
                  <a:txBody>
                    <a:bodyPr/>
                    <a:lstStyle/>
                    <a:p>
                      <a:pPr algn="l"/>
                      <a:r>
                        <a:rPr lang="pt-BR" sz="1400" dirty="0"/>
                        <a:t>1 node </a:t>
                      </a:r>
                    </a:p>
                  </a:txBody>
                  <a:tcPr marT="41564" marB="41564"/>
                </a:tc>
                <a:tc>
                  <a:txBody>
                    <a:bodyPr/>
                    <a:lstStyle/>
                    <a:p>
                      <a:pPr algn="ctr"/>
                      <a:r>
                        <a:rPr lang="pt-BR" sz="1400" dirty="0"/>
                        <a:t>6</a:t>
                      </a:r>
                    </a:p>
                  </a:txBody>
                  <a:tcPr marT="41564" marB="41564"/>
                </a:tc>
                <a:tc>
                  <a:txBody>
                    <a:bodyPr/>
                    <a:lstStyle/>
                    <a:p>
                      <a:pPr algn="ctr"/>
                      <a:endParaRPr lang="pt-BR" sz="1400" dirty="0"/>
                    </a:p>
                  </a:txBody>
                  <a:tcPr marT="41564" marB="41564"/>
                </a:tc>
                <a:tc>
                  <a:txBody>
                    <a:bodyPr/>
                    <a:lstStyle/>
                    <a:p>
                      <a:pPr algn="ctr"/>
                      <a:endParaRPr lang="en-US" sz="1400" dirty="0"/>
                    </a:p>
                  </a:txBody>
                  <a:tcPr marT="41564" marB="41564"/>
                </a:tc>
                <a:tc>
                  <a:txBody>
                    <a:bodyPr/>
                    <a:lstStyle/>
                    <a:p>
                      <a:pPr algn="ctr"/>
                      <a:endParaRPr lang="pt-BR" sz="1400" dirty="0"/>
                    </a:p>
                  </a:txBody>
                  <a:tcPr marT="41564" marB="41564"/>
                </a:tc>
                <a:tc>
                  <a:txBody>
                    <a:bodyPr/>
                    <a:lstStyle/>
                    <a:p>
                      <a:pPr algn="ctr"/>
                      <a:endParaRPr lang="pt-BR" sz="1400" dirty="0"/>
                    </a:p>
                  </a:txBody>
                  <a:tcPr marT="41564" marB="41564"/>
                </a:tc>
                <a:extLst>
                  <a:ext uri="{0D108BD9-81ED-4DB2-BD59-A6C34878D82A}">
                    <a16:rowId xmlns:a16="http://schemas.microsoft.com/office/drawing/2014/main" val="3027006692"/>
                  </a:ext>
                </a:extLst>
              </a:tr>
              <a:tr h="135644">
                <a:tc>
                  <a:txBody>
                    <a:bodyPr/>
                    <a:lstStyle/>
                    <a:p>
                      <a:pPr algn="l"/>
                      <a:r>
                        <a:rPr lang="en-US" sz="1400" dirty="0"/>
                        <a:t> 2 nodes</a:t>
                      </a:r>
                      <a:endParaRPr lang="pt-BR" sz="1400" dirty="0"/>
                    </a:p>
                  </a:txBody>
                  <a:tcPr marT="41564" marB="41564"/>
                </a:tc>
                <a:tc>
                  <a:txBody>
                    <a:bodyPr/>
                    <a:lstStyle/>
                    <a:p>
                      <a:pPr algn="ctr"/>
                      <a:r>
                        <a:rPr lang="pt-BR" sz="1400" dirty="0"/>
                        <a:t>12</a:t>
                      </a:r>
                    </a:p>
                  </a:txBody>
                  <a:tcPr marT="41564" marB="41564"/>
                </a:tc>
                <a:tc>
                  <a:txBody>
                    <a:bodyPr/>
                    <a:lstStyle/>
                    <a:p>
                      <a:pPr algn="ctr"/>
                      <a:r>
                        <a:rPr lang="pt-BR" sz="1400" dirty="0"/>
                        <a:t> 0,000958</a:t>
                      </a:r>
                    </a:p>
                    <a:p>
                      <a:pPr algn="ctr"/>
                      <a:r>
                        <a:rPr lang="pt-BR" sz="1400" dirty="0"/>
                        <a:t> </a:t>
                      </a:r>
                    </a:p>
                  </a:txBody>
                  <a:tcPr marT="41564" marB="41564"/>
                </a:tc>
                <a:tc>
                  <a:txBody>
                    <a:bodyPr/>
                    <a:lstStyle/>
                    <a:p>
                      <a:pPr algn="ctr"/>
                      <a:r>
                        <a:rPr lang="en-US" sz="1400" dirty="0"/>
                        <a:t>0,006271</a:t>
                      </a:r>
                    </a:p>
                  </a:txBody>
                  <a:tcPr marT="41564" marB="41564"/>
                </a:tc>
                <a:tc>
                  <a:txBody>
                    <a:bodyPr/>
                    <a:lstStyle/>
                    <a:p>
                      <a:pPr algn="ctr"/>
                      <a:r>
                        <a:rPr lang="pt-BR" sz="1400" dirty="0"/>
                        <a:t>0,285</a:t>
                      </a:r>
                    </a:p>
                  </a:txBody>
                  <a:tcPr marT="41564" marB="41564"/>
                </a:tc>
                <a:tc>
                  <a:txBody>
                    <a:bodyPr/>
                    <a:lstStyle/>
                    <a:p>
                      <a:pPr algn="ctr"/>
                      <a:endParaRPr lang="pt-BR" sz="1400" dirty="0"/>
                    </a:p>
                  </a:txBody>
                  <a:tcPr marT="41564" marB="41564"/>
                </a:tc>
                <a:extLst>
                  <a:ext uri="{0D108BD9-81ED-4DB2-BD59-A6C34878D82A}">
                    <a16:rowId xmlns:a16="http://schemas.microsoft.com/office/drawing/2014/main" val="3785056054"/>
                  </a:ext>
                </a:extLst>
              </a:tr>
              <a:tr h="337496">
                <a:tc>
                  <a:txBody>
                    <a:bodyPr/>
                    <a:lstStyle/>
                    <a:p>
                      <a:pPr algn="l"/>
                      <a:r>
                        <a:rPr lang="en-US" sz="1400" dirty="0"/>
                        <a:t>4 Nodes </a:t>
                      </a:r>
                      <a:endParaRPr lang="pt-BR" sz="1400" dirty="0"/>
                    </a:p>
                  </a:txBody>
                  <a:tcPr marT="41564" marB="41564"/>
                </a:tc>
                <a:tc>
                  <a:txBody>
                    <a:bodyPr/>
                    <a:lstStyle/>
                    <a:p>
                      <a:pPr algn="ctr"/>
                      <a:r>
                        <a:rPr lang="pt-BR" sz="1400" dirty="0"/>
                        <a:t>24</a:t>
                      </a:r>
                    </a:p>
                  </a:txBody>
                  <a:tcPr marT="41564" marB="41564"/>
                </a:tc>
                <a:tc>
                  <a:txBody>
                    <a:bodyPr/>
                    <a:lstStyle/>
                    <a:p>
                      <a:pPr algn="ctr"/>
                      <a:r>
                        <a:rPr lang="pt-BR" sz="1400" dirty="0"/>
                        <a:t>0,0049552</a:t>
                      </a:r>
                    </a:p>
                    <a:p>
                      <a:pPr algn="ctr"/>
                      <a:endParaRPr lang="pt-BR" sz="1400" dirty="0"/>
                    </a:p>
                  </a:txBody>
                  <a:tcPr marT="41564" marB="41564"/>
                </a:tc>
                <a:tc>
                  <a:txBody>
                    <a:bodyPr/>
                    <a:lstStyle/>
                    <a:p>
                      <a:pPr algn="ctr"/>
                      <a:r>
                        <a:rPr lang="en-US" sz="1400" dirty="0"/>
                        <a:t>0,010698</a:t>
                      </a:r>
                    </a:p>
                  </a:txBody>
                  <a:tcPr marT="41564" marB="41564"/>
                </a:tc>
                <a:tc>
                  <a:txBody>
                    <a:bodyPr/>
                    <a:lstStyle/>
                    <a:p>
                      <a:pPr algn="ctr"/>
                      <a:r>
                        <a:rPr lang="pt-BR" sz="1400" dirty="0"/>
                        <a:t>1,473</a:t>
                      </a:r>
                    </a:p>
                  </a:txBody>
                  <a:tcPr marT="41564" marB="41564"/>
                </a:tc>
                <a:tc>
                  <a:txBody>
                    <a:bodyPr/>
                    <a:lstStyle/>
                    <a:p>
                      <a:pPr algn="ctr"/>
                      <a:endParaRPr lang="pt-BR" sz="1400" dirty="0"/>
                    </a:p>
                    <a:p>
                      <a:pPr algn="ctr"/>
                      <a:endParaRPr lang="pt-BR" sz="1400" dirty="0"/>
                    </a:p>
                  </a:txBody>
                  <a:tcPr marT="41564" marB="41564"/>
                </a:tc>
                <a:extLst>
                  <a:ext uri="{0D108BD9-81ED-4DB2-BD59-A6C34878D82A}">
                    <a16:rowId xmlns:a16="http://schemas.microsoft.com/office/drawing/2014/main" val="2548717782"/>
                  </a:ext>
                </a:extLst>
              </a:tr>
              <a:tr h="196035">
                <a:tc>
                  <a:txBody>
                    <a:bodyPr/>
                    <a:lstStyle/>
                    <a:p>
                      <a:pPr algn="l"/>
                      <a:r>
                        <a:rPr lang="en-US" sz="1400" dirty="0"/>
                        <a:t>8 Nodes</a:t>
                      </a:r>
                      <a:endParaRPr lang="pt-BR" sz="1400" dirty="0"/>
                    </a:p>
                  </a:txBody>
                  <a:tcPr marT="41564" marB="41564"/>
                </a:tc>
                <a:tc>
                  <a:txBody>
                    <a:bodyPr/>
                    <a:lstStyle/>
                    <a:p>
                      <a:pPr algn="ctr"/>
                      <a:r>
                        <a:rPr lang="pt-BR" sz="1400" dirty="0"/>
                        <a:t>48</a:t>
                      </a:r>
                    </a:p>
                  </a:txBody>
                  <a:tcPr marT="41564" marB="41564"/>
                </a:tc>
                <a:tc>
                  <a:txBody>
                    <a:bodyPr/>
                    <a:lstStyle/>
                    <a:p>
                      <a:pPr algn="ctr"/>
                      <a:r>
                        <a:rPr lang="pt-BR" sz="1400" dirty="0"/>
                        <a:t>0,186381</a:t>
                      </a:r>
                    </a:p>
                  </a:txBody>
                  <a:tcPr marT="41564" marB="41564"/>
                </a:tc>
                <a:tc>
                  <a:txBody>
                    <a:bodyPr/>
                    <a:lstStyle/>
                    <a:p>
                      <a:pPr algn="ctr"/>
                      <a:r>
                        <a:rPr lang="pt-BR" sz="1400" dirty="0"/>
                        <a:t> 0,460219</a:t>
                      </a:r>
                    </a:p>
                  </a:txBody>
                  <a:tcPr marT="41564" marB="41564"/>
                </a:tc>
                <a:tc>
                  <a:txBody>
                    <a:bodyPr/>
                    <a:lstStyle/>
                    <a:p>
                      <a:pPr algn="ctr"/>
                      <a:r>
                        <a:rPr lang="pt-BR" sz="1400" dirty="0"/>
                        <a:t>55,382</a:t>
                      </a:r>
                    </a:p>
                  </a:txBody>
                  <a:tcPr marT="41564" marB="41564"/>
                </a:tc>
                <a:tc>
                  <a:txBody>
                    <a:bodyPr/>
                    <a:lstStyle/>
                    <a:p>
                      <a:pPr algn="ctr"/>
                      <a:endParaRPr lang="pt-BR" sz="1400" dirty="0"/>
                    </a:p>
                    <a:p>
                      <a:pPr algn="ctr"/>
                      <a:endParaRPr lang="pt-BR" sz="1400" dirty="0"/>
                    </a:p>
                  </a:txBody>
                  <a:tcPr marT="41564" marB="41564"/>
                </a:tc>
                <a:extLst>
                  <a:ext uri="{0D108BD9-81ED-4DB2-BD59-A6C34878D82A}">
                    <a16:rowId xmlns:a16="http://schemas.microsoft.com/office/drawing/2014/main" val="766830529"/>
                  </a:ext>
                </a:extLst>
              </a:tr>
              <a:tr h="308400">
                <a:tc>
                  <a:txBody>
                    <a:bodyPr/>
                    <a:lstStyle/>
                    <a:p>
                      <a:pPr algn="l"/>
                      <a:r>
                        <a:rPr lang="en-US" sz="1400" dirty="0"/>
                        <a:t>16 Nodes</a:t>
                      </a:r>
                      <a:endParaRPr lang="pt-BR" sz="1400" dirty="0"/>
                    </a:p>
                  </a:txBody>
                  <a:tcPr marT="41564" marB="41564"/>
                </a:tc>
                <a:tc>
                  <a:txBody>
                    <a:bodyPr/>
                    <a:lstStyle/>
                    <a:p>
                      <a:pPr algn="ctr"/>
                      <a:r>
                        <a:rPr lang="pt-BR" sz="1400" dirty="0"/>
                        <a:t>96</a:t>
                      </a:r>
                    </a:p>
                  </a:txBody>
                  <a:tcPr marT="41564" marB="41564"/>
                </a:tc>
                <a:tc>
                  <a:txBody>
                    <a:bodyPr/>
                    <a:lstStyle/>
                    <a:p>
                      <a:pPr algn="ctr"/>
                      <a:r>
                        <a:rPr lang="pt-BR" sz="1400" dirty="0"/>
                        <a:t>0,884963</a:t>
                      </a:r>
                    </a:p>
                  </a:txBody>
                  <a:tcPr marT="41564" marB="41564"/>
                </a:tc>
                <a:tc>
                  <a:txBody>
                    <a:bodyPr/>
                    <a:lstStyle/>
                    <a:p>
                      <a:pPr algn="ctr"/>
                      <a:r>
                        <a:rPr lang="en-US" sz="1400" dirty="0"/>
                        <a:t>1,525884  </a:t>
                      </a:r>
                      <a:endParaRPr lang="pt-BR" sz="1400" dirty="0"/>
                    </a:p>
                  </a:txBody>
                  <a:tcPr marT="41564" marB="41564"/>
                </a:tc>
                <a:tc>
                  <a:txBody>
                    <a:bodyPr/>
                    <a:lstStyle/>
                    <a:p>
                      <a:pPr algn="ctr"/>
                      <a:r>
                        <a:rPr lang="pt-BR" sz="1400" dirty="0"/>
                        <a:t>262,898</a:t>
                      </a:r>
                    </a:p>
                  </a:txBody>
                  <a:tcPr marT="41564" marB="41564"/>
                </a:tc>
                <a:tc>
                  <a:txBody>
                    <a:bodyPr/>
                    <a:lstStyle/>
                    <a:p>
                      <a:pPr algn="ctr"/>
                      <a:endParaRPr lang="pt-BR" sz="1400" dirty="0"/>
                    </a:p>
                    <a:p>
                      <a:pPr algn="ctr"/>
                      <a:endParaRPr lang="pt-BR" sz="1400" dirty="0"/>
                    </a:p>
                  </a:txBody>
                  <a:tcPr marT="41564" marB="41564"/>
                </a:tc>
                <a:extLst>
                  <a:ext uri="{0D108BD9-81ED-4DB2-BD59-A6C34878D82A}">
                    <a16:rowId xmlns:a16="http://schemas.microsoft.com/office/drawing/2014/main" val="3284924665"/>
                  </a:ext>
                </a:extLst>
              </a:tr>
              <a:tr h="439255">
                <a:tc>
                  <a:txBody>
                    <a:bodyPr/>
                    <a:lstStyle/>
                    <a:p>
                      <a:pPr marL="342900" indent="-342900" algn="l">
                        <a:buAutoNum type="arabicPlain" startAt="200"/>
                      </a:pPr>
                      <a:r>
                        <a:rPr lang="pt-BR" sz="1400" dirty="0"/>
                        <a:t>Nodes  (*)</a:t>
                      </a:r>
                    </a:p>
                  </a:txBody>
                  <a:tcPr marT="41564" marB="41564"/>
                </a:tc>
                <a:tc>
                  <a:txBody>
                    <a:bodyPr/>
                    <a:lstStyle/>
                    <a:p>
                      <a:pPr algn="ctr"/>
                      <a:r>
                        <a:rPr lang="pt-BR" sz="1400" dirty="0"/>
                        <a:t>1200</a:t>
                      </a:r>
                    </a:p>
                  </a:txBody>
                  <a:tcPr marT="41564" marB="41564"/>
                </a:tc>
                <a:tc>
                  <a:txBody>
                    <a:bodyPr/>
                    <a:lstStyle/>
                    <a:p>
                      <a:pPr algn="ctr"/>
                      <a:endParaRPr lang="pt-BR" sz="1400" dirty="0"/>
                    </a:p>
                  </a:txBody>
                  <a:tcPr marT="41564" marB="41564"/>
                </a:tc>
                <a:tc>
                  <a:txBody>
                    <a:bodyPr/>
                    <a:lstStyle/>
                    <a:p>
                      <a:pPr algn="ctr"/>
                      <a:endParaRPr lang="pt-BR" sz="1400" dirty="0"/>
                    </a:p>
                  </a:txBody>
                  <a:tcPr marT="41564" marB="41564"/>
                </a:tc>
                <a:tc>
                  <a:txBody>
                    <a:bodyPr/>
                    <a:lstStyle/>
                    <a:p>
                      <a:pPr algn="ctr"/>
                      <a:endParaRPr lang="pt-BR" sz="1400" dirty="0"/>
                    </a:p>
                  </a:txBody>
                  <a:tcPr marT="41564" marB="41564"/>
                </a:tc>
                <a:tc>
                  <a:txBody>
                    <a:bodyPr/>
                    <a:lstStyle/>
                    <a:p>
                      <a:pPr algn="ctr"/>
                      <a:endParaRPr lang="pt-BR" sz="1400" dirty="0"/>
                    </a:p>
                  </a:txBody>
                  <a:tcPr marT="41564" marB="41564"/>
                </a:tc>
                <a:extLst>
                  <a:ext uri="{0D108BD9-81ED-4DB2-BD59-A6C34878D82A}">
                    <a16:rowId xmlns:a16="http://schemas.microsoft.com/office/drawing/2014/main" val="4207288599"/>
                  </a:ext>
                </a:extLst>
              </a:tr>
              <a:tr h="439255">
                <a:tc>
                  <a:txBody>
                    <a:bodyPr/>
                    <a:lstStyle/>
                    <a:p>
                      <a:pPr algn="l"/>
                      <a:r>
                        <a:rPr lang="pt-BR" sz="1400" dirty="0"/>
                        <a:t>2000 Nodes (*)</a:t>
                      </a:r>
                    </a:p>
                  </a:txBody>
                  <a:tcPr marT="41564" marB="41564"/>
                </a:tc>
                <a:tc>
                  <a:txBody>
                    <a:bodyPr/>
                    <a:lstStyle/>
                    <a:p>
                      <a:pPr algn="ctr"/>
                      <a:r>
                        <a:rPr lang="pt-BR" sz="1400" dirty="0"/>
                        <a:t>12000</a:t>
                      </a:r>
                    </a:p>
                  </a:txBody>
                  <a:tcPr marT="41564" marB="41564"/>
                </a:tc>
                <a:tc>
                  <a:txBody>
                    <a:bodyPr/>
                    <a:lstStyle/>
                    <a:p>
                      <a:pPr algn="ctr"/>
                      <a:endParaRPr lang="pt-BR" sz="1400" dirty="0"/>
                    </a:p>
                  </a:txBody>
                  <a:tcPr marT="41564" marB="41564"/>
                </a:tc>
                <a:tc>
                  <a:txBody>
                    <a:bodyPr/>
                    <a:lstStyle/>
                    <a:p>
                      <a:pPr algn="ctr"/>
                      <a:endParaRPr lang="pt-BR" sz="1400" dirty="0"/>
                    </a:p>
                  </a:txBody>
                  <a:tcPr marT="41564" marB="41564"/>
                </a:tc>
                <a:tc>
                  <a:txBody>
                    <a:bodyPr/>
                    <a:lstStyle/>
                    <a:p>
                      <a:pPr algn="ctr"/>
                      <a:endParaRPr lang="pt-BR" sz="1400" dirty="0"/>
                    </a:p>
                  </a:txBody>
                  <a:tcPr marT="41564" marB="41564"/>
                </a:tc>
                <a:tc>
                  <a:txBody>
                    <a:bodyPr/>
                    <a:lstStyle/>
                    <a:p>
                      <a:pPr algn="ctr"/>
                      <a:endParaRPr lang="pt-BR" sz="1400" dirty="0"/>
                    </a:p>
                  </a:txBody>
                  <a:tcPr marT="41564" marB="41564"/>
                </a:tc>
                <a:extLst>
                  <a:ext uri="{0D108BD9-81ED-4DB2-BD59-A6C34878D82A}">
                    <a16:rowId xmlns:a16="http://schemas.microsoft.com/office/drawing/2014/main" val="3707235922"/>
                  </a:ext>
                </a:extLst>
              </a:tr>
            </a:tbl>
          </a:graphicData>
        </a:graphic>
      </p:graphicFrame>
      <p:sp>
        <p:nvSpPr>
          <p:cNvPr id="5" name="CaixaDeTexto 4">
            <a:extLst>
              <a:ext uri="{FF2B5EF4-FFF2-40B4-BE49-F238E27FC236}">
                <a16:creationId xmlns:a16="http://schemas.microsoft.com/office/drawing/2014/main" id="{C7EE155D-FC91-2A0B-0D84-4A5C8849AD0B}"/>
              </a:ext>
            </a:extLst>
          </p:cNvPr>
          <p:cNvSpPr txBox="1"/>
          <p:nvPr/>
        </p:nvSpPr>
        <p:spPr>
          <a:xfrm flipH="1">
            <a:off x="7722171" y="6488668"/>
            <a:ext cx="6028070" cy="369332"/>
          </a:xfrm>
          <a:prstGeom prst="rect">
            <a:avLst/>
          </a:prstGeom>
          <a:noFill/>
        </p:spPr>
        <p:txBody>
          <a:bodyPr wrap="square" rtlCol="0">
            <a:spAutoFit/>
          </a:bodyPr>
          <a:lstStyle/>
          <a:p>
            <a:r>
              <a:rPr lang="en-US" dirty="0"/>
              <a:t>(*) Estimation based on the average band.</a:t>
            </a:r>
            <a:endParaRPr lang="pt-BR" dirty="0"/>
          </a:p>
        </p:txBody>
      </p:sp>
    </p:spTree>
    <p:extLst>
      <p:ext uri="{BB962C8B-B14F-4D97-AF65-F5344CB8AC3E}">
        <p14:creationId xmlns:p14="http://schemas.microsoft.com/office/powerpoint/2010/main" val="3895615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pt-BR" dirty="0"/>
              <a:t>Background: Stack </a:t>
            </a:r>
            <a:r>
              <a:rPr lang="pt-BR" dirty="0" err="1"/>
              <a:t>hpc</a:t>
            </a:r>
            <a:endParaRPr lang="pt-BR" dirty="0"/>
          </a:p>
        </p:txBody>
      </p:sp>
      <p:sp>
        <p:nvSpPr>
          <p:cNvPr id="8" name="Content Placeholder 7">
            <a:extLst>
              <a:ext uri="{FF2B5EF4-FFF2-40B4-BE49-F238E27FC236}">
                <a16:creationId xmlns:a16="http://schemas.microsoft.com/office/drawing/2014/main" id="{2397287A-3798-C2DF-9EE4-03C7C82198B3}"/>
              </a:ext>
            </a:extLst>
          </p:cNvPr>
          <p:cNvSpPr>
            <a:spLocks noGrp="1"/>
          </p:cNvSpPr>
          <p:nvPr>
            <p:ph sz="half" idx="2"/>
          </p:nvPr>
        </p:nvSpPr>
        <p:spPr/>
        <p:txBody>
          <a:bodyPr>
            <a:normAutofit/>
          </a:bodyPr>
          <a:lstStyle/>
          <a:p>
            <a:pPr algn="l">
              <a:buFont typeface="Arial" panose="020B0604020202020204" pitchFamily="34" charset="0"/>
              <a:buChar char="•"/>
            </a:pPr>
            <a:r>
              <a:rPr lang="en-US" dirty="0">
                <a:solidFill>
                  <a:srgbClr val="333333"/>
                </a:solidFill>
                <a:latin typeface="AmazonEmber"/>
              </a:rPr>
              <a:t>I</a:t>
            </a:r>
            <a:r>
              <a:rPr lang="en-US" b="0" i="0" dirty="0">
                <a:solidFill>
                  <a:srgbClr val="333333"/>
                </a:solidFill>
                <a:effectLst/>
                <a:latin typeface="AmazonEmber"/>
              </a:rPr>
              <a:t>ncrease scalability.</a:t>
            </a:r>
          </a:p>
          <a:p>
            <a:pPr algn="l">
              <a:buFont typeface="Arial" panose="020B0604020202020204" pitchFamily="34" charset="0"/>
              <a:buChar char="•"/>
            </a:pPr>
            <a:r>
              <a:rPr lang="en-US" b="0" i="0" dirty="0">
                <a:solidFill>
                  <a:srgbClr val="333333"/>
                </a:solidFill>
                <a:effectLst/>
                <a:latin typeface="AmazonEmber"/>
              </a:rPr>
              <a:t>Remove unnecessary decoupling of nodes</a:t>
            </a:r>
            <a:r>
              <a:rPr lang="en-US" dirty="0">
                <a:solidFill>
                  <a:srgbClr val="333333"/>
                </a:solidFill>
                <a:latin typeface="AmazonEmber"/>
              </a:rPr>
              <a:t>.</a:t>
            </a:r>
          </a:p>
          <a:p>
            <a:pPr algn="l">
              <a:buFont typeface="Arial" panose="020B0604020202020204" pitchFamily="34" charset="0"/>
              <a:buChar char="•"/>
            </a:pPr>
            <a:r>
              <a:rPr lang="en-US" b="0" i="0" dirty="0">
                <a:solidFill>
                  <a:srgbClr val="333333"/>
                </a:solidFill>
                <a:effectLst/>
                <a:latin typeface="AmazonEmber"/>
              </a:rPr>
              <a:t>Remove writer process with central point of failure.</a:t>
            </a:r>
          </a:p>
          <a:p>
            <a:pPr marL="0" indent="0" algn="l">
              <a:buNone/>
            </a:pPr>
            <a:br>
              <a:rPr lang="pt-BR" sz="1800" b="0" i="0" u="none" strike="noStrike" baseline="0" dirty="0">
                <a:latin typeface="NimbusRomNo9L-Regu"/>
              </a:rPr>
            </a:br>
            <a:endParaRPr lang="en-US" sz="1800" i="0" u="none" strike="noStrike" baseline="0" dirty="0">
              <a:latin typeface="Times-Bold"/>
            </a:endParaRPr>
          </a:p>
        </p:txBody>
      </p:sp>
      <p:sp>
        <p:nvSpPr>
          <p:cNvPr id="4" name="Espaço Reservado para Conteúdo 3">
            <a:extLst>
              <a:ext uri="{FF2B5EF4-FFF2-40B4-BE49-F238E27FC236}">
                <a16:creationId xmlns:a16="http://schemas.microsoft.com/office/drawing/2014/main" id="{2F870CA9-46E3-9A06-B5AC-FE6FD369F63D}"/>
              </a:ext>
            </a:extLst>
          </p:cNvPr>
          <p:cNvSpPr>
            <a:spLocks noGrp="1"/>
          </p:cNvSpPr>
          <p:nvPr>
            <p:ph sz="half" idx="1"/>
          </p:nvPr>
        </p:nvSpPr>
        <p:spPr/>
        <p:txBody>
          <a:bodyPr/>
          <a:lstStyle/>
          <a:p>
            <a:endParaRPr lang="pt-BR"/>
          </a:p>
        </p:txBody>
      </p:sp>
    </p:spTree>
    <p:extLst>
      <p:ext uri="{BB962C8B-B14F-4D97-AF65-F5344CB8AC3E}">
        <p14:creationId xmlns:p14="http://schemas.microsoft.com/office/powerpoint/2010/main" val="4248825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21213-DAF2-5137-A4D2-E8681C98519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2724B35-D1DC-58EA-0512-1D6C32B852F7}"/>
              </a:ext>
            </a:extLst>
          </p:cNvPr>
          <p:cNvSpPr>
            <a:spLocks noGrp="1"/>
          </p:cNvSpPr>
          <p:nvPr>
            <p:ph type="title"/>
          </p:nvPr>
        </p:nvSpPr>
        <p:spPr/>
        <p:txBody>
          <a:bodyPr rtlCol="0"/>
          <a:lstStyle/>
          <a:p>
            <a:pPr rtl="0"/>
            <a:r>
              <a:rPr lang="pt-BR" dirty="0"/>
              <a:t>Background:  Hd5</a:t>
            </a:r>
          </a:p>
        </p:txBody>
      </p:sp>
      <p:sp>
        <p:nvSpPr>
          <p:cNvPr id="8" name="Content Placeholder 7">
            <a:extLst>
              <a:ext uri="{FF2B5EF4-FFF2-40B4-BE49-F238E27FC236}">
                <a16:creationId xmlns:a16="http://schemas.microsoft.com/office/drawing/2014/main" id="{44F8FF13-13EE-A6B7-A2A3-1013187CB84D}"/>
              </a:ext>
            </a:extLst>
          </p:cNvPr>
          <p:cNvSpPr>
            <a:spLocks noGrp="1"/>
          </p:cNvSpPr>
          <p:nvPr>
            <p:ph sz="half" idx="2"/>
          </p:nvPr>
        </p:nvSpPr>
        <p:spPr/>
        <p:txBody>
          <a:bodyPr>
            <a:normAutofit/>
          </a:bodyPr>
          <a:lstStyle/>
          <a:p>
            <a:pPr algn="l">
              <a:buFont typeface="Arial" panose="020B0604020202020204" pitchFamily="34" charset="0"/>
              <a:buChar char="•"/>
            </a:pPr>
            <a:r>
              <a:rPr lang="en-US" dirty="0">
                <a:solidFill>
                  <a:srgbClr val="333333"/>
                </a:solidFill>
                <a:latin typeface="AmazonEmber"/>
              </a:rPr>
              <a:t>I</a:t>
            </a:r>
            <a:r>
              <a:rPr lang="en-US" b="0" i="0" dirty="0">
                <a:solidFill>
                  <a:srgbClr val="333333"/>
                </a:solidFill>
                <a:effectLst/>
                <a:latin typeface="AmazonEmber"/>
              </a:rPr>
              <a:t>ncrease scalability.</a:t>
            </a:r>
          </a:p>
          <a:p>
            <a:pPr algn="l">
              <a:buFont typeface="Arial" panose="020B0604020202020204" pitchFamily="34" charset="0"/>
              <a:buChar char="•"/>
            </a:pPr>
            <a:r>
              <a:rPr lang="en-US" b="0" i="0" dirty="0">
                <a:solidFill>
                  <a:srgbClr val="333333"/>
                </a:solidFill>
                <a:effectLst/>
                <a:latin typeface="AmazonEmber"/>
              </a:rPr>
              <a:t>Remove unnecessary decoupling of nodes</a:t>
            </a:r>
            <a:r>
              <a:rPr lang="en-US" dirty="0">
                <a:solidFill>
                  <a:srgbClr val="333333"/>
                </a:solidFill>
                <a:latin typeface="AmazonEmber"/>
              </a:rPr>
              <a:t>.</a:t>
            </a:r>
          </a:p>
          <a:p>
            <a:pPr algn="l">
              <a:buFont typeface="Arial" panose="020B0604020202020204" pitchFamily="34" charset="0"/>
              <a:buChar char="•"/>
            </a:pPr>
            <a:r>
              <a:rPr lang="en-US" b="0" i="0" dirty="0">
                <a:solidFill>
                  <a:srgbClr val="333333"/>
                </a:solidFill>
                <a:effectLst/>
                <a:latin typeface="AmazonEmber"/>
              </a:rPr>
              <a:t>Remove writer process with central point of failure.</a:t>
            </a:r>
          </a:p>
          <a:p>
            <a:pPr marL="0" indent="0" algn="l">
              <a:buNone/>
            </a:pPr>
            <a:br>
              <a:rPr lang="pt-BR" sz="1800" b="0" i="0" u="none" strike="noStrike" baseline="0" dirty="0">
                <a:latin typeface="NimbusRomNo9L-Regu"/>
              </a:rPr>
            </a:br>
            <a:endParaRPr lang="en-US" sz="1800" i="0" u="none" strike="noStrike" baseline="0" dirty="0">
              <a:latin typeface="Times-Bold"/>
            </a:endParaRPr>
          </a:p>
        </p:txBody>
      </p:sp>
      <p:sp>
        <p:nvSpPr>
          <p:cNvPr id="4" name="Espaço Reservado para Conteúdo 3">
            <a:extLst>
              <a:ext uri="{FF2B5EF4-FFF2-40B4-BE49-F238E27FC236}">
                <a16:creationId xmlns:a16="http://schemas.microsoft.com/office/drawing/2014/main" id="{2BF2151F-3FEF-B88D-0332-521F0E1AFB0B}"/>
              </a:ext>
            </a:extLst>
          </p:cNvPr>
          <p:cNvSpPr>
            <a:spLocks noGrp="1"/>
          </p:cNvSpPr>
          <p:nvPr>
            <p:ph sz="half" idx="1"/>
          </p:nvPr>
        </p:nvSpPr>
        <p:spPr/>
        <p:txBody>
          <a:bodyPr/>
          <a:lstStyle/>
          <a:p>
            <a:endParaRPr lang="pt-BR"/>
          </a:p>
        </p:txBody>
      </p:sp>
    </p:spTree>
    <p:extLst>
      <p:ext uri="{BB962C8B-B14F-4D97-AF65-F5344CB8AC3E}">
        <p14:creationId xmlns:p14="http://schemas.microsoft.com/office/powerpoint/2010/main" val="132869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17AB5-654C-5082-462A-E08BB47566C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FFFC963-9415-032E-290C-61DF18E5D68B}"/>
              </a:ext>
            </a:extLst>
          </p:cNvPr>
          <p:cNvSpPr>
            <a:spLocks noGrp="1"/>
          </p:cNvSpPr>
          <p:nvPr>
            <p:ph type="title"/>
          </p:nvPr>
        </p:nvSpPr>
        <p:spPr/>
        <p:txBody>
          <a:bodyPr rtlCol="0"/>
          <a:lstStyle/>
          <a:p>
            <a:pPr rtl="0"/>
            <a:r>
              <a:rPr lang="pt-BR" dirty="0"/>
              <a:t>Background:  MPI-IO e seus algoritmos</a:t>
            </a:r>
          </a:p>
        </p:txBody>
      </p:sp>
      <p:sp>
        <p:nvSpPr>
          <p:cNvPr id="8" name="Content Placeholder 7">
            <a:extLst>
              <a:ext uri="{FF2B5EF4-FFF2-40B4-BE49-F238E27FC236}">
                <a16:creationId xmlns:a16="http://schemas.microsoft.com/office/drawing/2014/main" id="{9E59D8EB-CF6D-3105-3E65-185CAA92A85A}"/>
              </a:ext>
            </a:extLst>
          </p:cNvPr>
          <p:cNvSpPr>
            <a:spLocks noGrp="1"/>
          </p:cNvSpPr>
          <p:nvPr>
            <p:ph sz="half" idx="2"/>
          </p:nvPr>
        </p:nvSpPr>
        <p:spPr/>
        <p:txBody>
          <a:bodyPr>
            <a:normAutofit/>
          </a:bodyPr>
          <a:lstStyle/>
          <a:p>
            <a:pPr algn="l">
              <a:buFont typeface="Arial" panose="020B0604020202020204" pitchFamily="34" charset="0"/>
              <a:buChar char="•"/>
            </a:pPr>
            <a:r>
              <a:rPr lang="en-US" dirty="0">
                <a:solidFill>
                  <a:srgbClr val="333333"/>
                </a:solidFill>
                <a:latin typeface="AmazonEmber"/>
              </a:rPr>
              <a:t>I</a:t>
            </a:r>
            <a:r>
              <a:rPr lang="en-US" b="0" i="0" dirty="0">
                <a:solidFill>
                  <a:srgbClr val="333333"/>
                </a:solidFill>
                <a:effectLst/>
                <a:latin typeface="AmazonEmber"/>
              </a:rPr>
              <a:t>ncrease scalability.</a:t>
            </a:r>
          </a:p>
          <a:p>
            <a:pPr algn="l">
              <a:buFont typeface="Arial" panose="020B0604020202020204" pitchFamily="34" charset="0"/>
              <a:buChar char="•"/>
            </a:pPr>
            <a:r>
              <a:rPr lang="en-US" b="0" i="0" dirty="0">
                <a:solidFill>
                  <a:srgbClr val="333333"/>
                </a:solidFill>
                <a:effectLst/>
                <a:latin typeface="AmazonEmber"/>
              </a:rPr>
              <a:t>Remove unnecessary decoupling of nodes</a:t>
            </a:r>
            <a:r>
              <a:rPr lang="en-US" dirty="0">
                <a:solidFill>
                  <a:srgbClr val="333333"/>
                </a:solidFill>
                <a:latin typeface="AmazonEmber"/>
              </a:rPr>
              <a:t>.</a:t>
            </a:r>
          </a:p>
          <a:p>
            <a:pPr algn="l">
              <a:buFont typeface="Arial" panose="020B0604020202020204" pitchFamily="34" charset="0"/>
              <a:buChar char="•"/>
            </a:pPr>
            <a:r>
              <a:rPr lang="en-US" b="0" i="0" dirty="0">
                <a:solidFill>
                  <a:srgbClr val="333333"/>
                </a:solidFill>
                <a:effectLst/>
                <a:latin typeface="AmazonEmber"/>
              </a:rPr>
              <a:t>Remove writer process with central point of failure.</a:t>
            </a:r>
          </a:p>
          <a:p>
            <a:pPr marL="0" indent="0" algn="l">
              <a:buNone/>
            </a:pPr>
            <a:br>
              <a:rPr lang="pt-BR" sz="1800" b="0" i="0" u="none" strike="noStrike" baseline="0" dirty="0">
                <a:latin typeface="NimbusRomNo9L-Regu"/>
              </a:rPr>
            </a:br>
            <a:endParaRPr lang="en-US" sz="1800" i="0" u="none" strike="noStrike" baseline="0" dirty="0">
              <a:latin typeface="Times-Bold"/>
            </a:endParaRPr>
          </a:p>
        </p:txBody>
      </p:sp>
      <p:sp>
        <p:nvSpPr>
          <p:cNvPr id="4" name="Espaço Reservado para Conteúdo 3">
            <a:extLst>
              <a:ext uri="{FF2B5EF4-FFF2-40B4-BE49-F238E27FC236}">
                <a16:creationId xmlns:a16="http://schemas.microsoft.com/office/drawing/2014/main" id="{FEA14C12-A406-453D-A1C2-038E1855AC54}"/>
              </a:ext>
            </a:extLst>
          </p:cNvPr>
          <p:cNvSpPr>
            <a:spLocks noGrp="1"/>
          </p:cNvSpPr>
          <p:nvPr>
            <p:ph sz="half" idx="1"/>
          </p:nvPr>
        </p:nvSpPr>
        <p:spPr/>
        <p:txBody>
          <a:bodyPr/>
          <a:lstStyle/>
          <a:p>
            <a:endParaRPr lang="pt-BR"/>
          </a:p>
        </p:txBody>
      </p:sp>
    </p:spTree>
    <p:extLst>
      <p:ext uri="{BB962C8B-B14F-4D97-AF65-F5344CB8AC3E}">
        <p14:creationId xmlns:p14="http://schemas.microsoft.com/office/powerpoint/2010/main" val="3490896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19D7F-C969-715A-2149-AA14E92646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5C3B095-E557-183B-5764-38B384149970}"/>
              </a:ext>
            </a:extLst>
          </p:cNvPr>
          <p:cNvSpPr>
            <a:spLocks noGrp="1"/>
          </p:cNvSpPr>
          <p:nvPr>
            <p:ph type="title"/>
          </p:nvPr>
        </p:nvSpPr>
        <p:spPr/>
        <p:txBody>
          <a:bodyPr rtlCol="0"/>
          <a:lstStyle/>
          <a:p>
            <a:pPr rtl="0"/>
            <a:r>
              <a:rPr lang="pt-BR" dirty="0"/>
              <a:t>Background:  lustre</a:t>
            </a:r>
          </a:p>
        </p:txBody>
      </p:sp>
      <p:sp>
        <p:nvSpPr>
          <p:cNvPr id="8" name="Content Placeholder 7">
            <a:extLst>
              <a:ext uri="{FF2B5EF4-FFF2-40B4-BE49-F238E27FC236}">
                <a16:creationId xmlns:a16="http://schemas.microsoft.com/office/drawing/2014/main" id="{8349A6F4-F0A7-7A21-E7E6-CFF7D4E4C7A2}"/>
              </a:ext>
            </a:extLst>
          </p:cNvPr>
          <p:cNvSpPr>
            <a:spLocks noGrp="1"/>
          </p:cNvSpPr>
          <p:nvPr>
            <p:ph sz="half" idx="2"/>
          </p:nvPr>
        </p:nvSpPr>
        <p:spPr/>
        <p:txBody>
          <a:bodyPr>
            <a:normAutofit/>
          </a:bodyPr>
          <a:lstStyle/>
          <a:p>
            <a:pPr algn="l">
              <a:buFont typeface="Arial" panose="020B0604020202020204" pitchFamily="34" charset="0"/>
              <a:buChar char="•"/>
            </a:pPr>
            <a:r>
              <a:rPr lang="en-US" dirty="0">
                <a:solidFill>
                  <a:srgbClr val="333333"/>
                </a:solidFill>
                <a:latin typeface="AmazonEmber"/>
              </a:rPr>
              <a:t>I</a:t>
            </a:r>
            <a:r>
              <a:rPr lang="en-US" b="0" i="0" dirty="0">
                <a:solidFill>
                  <a:srgbClr val="333333"/>
                </a:solidFill>
                <a:effectLst/>
                <a:latin typeface="AmazonEmber"/>
              </a:rPr>
              <a:t>ncrease scalability.</a:t>
            </a:r>
          </a:p>
          <a:p>
            <a:pPr algn="l">
              <a:buFont typeface="Arial" panose="020B0604020202020204" pitchFamily="34" charset="0"/>
              <a:buChar char="•"/>
            </a:pPr>
            <a:r>
              <a:rPr lang="en-US" b="0" i="0" dirty="0">
                <a:solidFill>
                  <a:srgbClr val="333333"/>
                </a:solidFill>
                <a:effectLst/>
                <a:latin typeface="AmazonEmber"/>
              </a:rPr>
              <a:t>Remove unnecessary decoupling of nodes</a:t>
            </a:r>
            <a:r>
              <a:rPr lang="en-US" dirty="0">
                <a:solidFill>
                  <a:srgbClr val="333333"/>
                </a:solidFill>
                <a:latin typeface="AmazonEmber"/>
              </a:rPr>
              <a:t>.</a:t>
            </a:r>
          </a:p>
          <a:p>
            <a:pPr algn="l">
              <a:buFont typeface="Arial" panose="020B0604020202020204" pitchFamily="34" charset="0"/>
              <a:buChar char="•"/>
            </a:pPr>
            <a:r>
              <a:rPr lang="en-US" b="0" i="0" dirty="0">
                <a:solidFill>
                  <a:srgbClr val="333333"/>
                </a:solidFill>
                <a:effectLst/>
                <a:latin typeface="AmazonEmber"/>
              </a:rPr>
              <a:t>Remove writer process with central point of failure.</a:t>
            </a:r>
          </a:p>
          <a:p>
            <a:pPr marL="0" indent="0" algn="l">
              <a:buNone/>
            </a:pPr>
            <a:br>
              <a:rPr lang="pt-BR" sz="1800" b="0" i="0" u="none" strike="noStrike" baseline="0" dirty="0">
                <a:latin typeface="NimbusRomNo9L-Regu"/>
              </a:rPr>
            </a:br>
            <a:endParaRPr lang="en-US" sz="1800" i="0" u="none" strike="noStrike" baseline="0" dirty="0">
              <a:latin typeface="Times-Bold"/>
            </a:endParaRPr>
          </a:p>
        </p:txBody>
      </p:sp>
      <p:sp>
        <p:nvSpPr>
          <p:cNvPr id="4" name="Espaço Reservado para Conteúdo 3">
            <a:extLst>
              <a:ext uri="{FF2B5EF4-FFF2-40B4-BE49-F238E27FC236}">
                <a16:creationId xmlns:a16="http://schemas.microsoft.com/office/drawing/2014/main" id="{CEA18E26-01D5-F894-834E-4DC3B018D1BA}"/>
              </a:ext>
            </a:extLst>
          </p:cNvPr>
          <p:cNvSpPr>
            <a:spLocks noGrp="1"/>
          </p:cNvSpPr>
          <p:nvPr>
            <p:ph sz="half" idx="1"/>
          </p:nvPr>
        </p:nvSpPr>
        <p:spPr/>
        <p:txBody>
          <a:bodyPr/>
          <a:lstStyle/>
          <a:p>
            <a:endParaRPr lang="pt-BR"/>
          </a:p>
        </p:txBody>
      </p:sp>
    </p:spTree>
    <p:extLst>
      <p:ext uri="{BB962C8B-B14F-4D97-AF65-F5344CB8AC3E}">
        <p14:creationId xmlns:p14="http://schemas.microsoft.com/office/powerpoint/2010/main" val="3197702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B9EAD-3AB0-CD06-4CFD-4C0D8B50DBA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9DF17D7-0267-9B21-ABD7-315242F5BDF2}"/>
              </a:ext>
            </a:extLst>
          </p:cNvPr>
          <p:cNvSpPr>
            <a:spLocks noGrp="1"/>
          </p:cNvSpPr>
          <p:nvPr>
            <p:ph type="title"/>
          </p:nvPr>
        </p:nvSpPr>
        <p:spPr/>
        <p:txBody>
          <a:bodyPr rtlCol="0"/>
          <a:lstStyle/>
          <a:p>
            <a:pPr rtl="0"/>
            <a:r>
              <a:rPr lang="pt-BR" dirty="0"/>
              <a:t>Proposta de solução:  lustre MPI-IO</a:t>
            </a:r>
          </a:p>
        </p:txBody>
      </p:sp>
      <p:sp>
        <p:nvSpPr>
          <p:cNvPr id="8" name="Content Placeholder 7">
            <a:extLst>
              <a:ext uri="{FF2B5EF4-FFF2-40B4-BE49-F238E27FC236}">
                <a16:creationId xmlns:a16="http://schemas.microsoft.com/office/drawing/2014/main" id="{23C7D7B2-2859-8C85-8934-017795852C5B}"/>
              </a:ext>
            </a:extLst>
          </p:cNvPr>
          <p:cNvSpPr>
            <a:spLocks noGrp="1"/>
          </p:cNvSpPr>
          <p:nvPr>
            <p:ph sz="half" idx="2"/>
          </p:nvPr>
        </p:nvSpPr>
        <p:spPr/>
        <p:txBody>
          <a:bodyPr>
            <a:normAutofit/>
          </a:bodyPr>
          <a:lstStyle/>
          <a:p>
            <a:pPr algn="l">
              <a:buFont typeface="Arial" panose="020B0604020202020204" pitchFamily="34" charset="0"/>
              <a:buChar char="•"/>
            </a:pPr>
            <a:r>
              <a:rPr lang="en-US" dirty="0">
                <a:solidFill>
                  <a:srgbClr val="333333"/>
                </a:solidFill>
                <a:latin typeface="AmazonEmber"/>
              </a:rPr>
              <a:t>I</a:t>
            </a:r>
            <a:r>
              <a:rPr lang="en-US" b="0" i="0" dirty="0">
                <a:solidFill>
                  <a:srgbClr val="333333"/>
                </a:solidFill>
                <a:effectLst/>
                <a:latin typeface="AmazonEmber"/>
              </a:rPr>
              <a:t>ncrease scalability.</a:t>
            </a:r>
          </a:p>
          <a:p>
            <a:pPr algn="l">
              <a:buFont typeface="Arial" panose="020B0604020202020204" pitchFamily="34" charset="0"/>
              <a:buChar char="•"/>
            </a:pPr>
            <a:r>
              <a:rPr lang="en-US" b="0" i="0" dirty="0">
                <a:solidFill>
                  <a:srgbClr val="333333"/>
                </a:solidFill>
                <a:effectLst/>
                <a:latin typeface="AmazonEmber"/>
              </a:rPr>
              <a:t>Remove unnecessary decoupling of nodes</a:t>
            </a:r>
            <a:r>
              <a:rPr lang="en-US" dirty="0">
                <a:solidFill>
                  <a:srgbClr val="333333"/>
                </a:solidFill>
                <a:latin typeface="AmazonEmber"/>
              </a:rPr>
              <a:t>.</a:t>
            </a:r>
          </a:p>
          <a:p>
            <a:pPr algn="l">
              <a:buFont typeface="Arial" panose="020B0604020202020204" pitchFamily="34" charset="0"/>
              <a:buChar char="•"/>
            </a:pPr>
            <a:r>
              <a:rPr lang="en-US" b="0" i="0" dirty="0">
                <a:solidFill>
                  <a:srgbClr val="333333"/>
                </a:solidFill>
                <a:effectLst/>
                <a:latin typeface="AmazonEmber"/>
              </a:rPr>
              <a:t>Remove writer process with central point of failure.</a:t>
            </a:r>
          </a:p>
          <a:p>
            <a:pPr marL="0" indent="0" algn="l">
              <a:buNone/>
            </a:pPr>
            <a:br>
              <a:rPr lang="pt-BR" sz="1800" b="0" i="0" u="none" strike="noStrike" baseline="0" dirty="0">
                <a:latin typeface="NimbusRomNo9L-Regu"/>
              </a:rPr>
            </a:br>
            <a:endParaRPr lang="en-US" sz="1800" i="0" u="none" strike="noStrike" baseline="0" dirty="0">
              <a:latin typeface="Times-Bold"/>
            </a:endParaRPr>
          </a:p>
        </p:txBody>
      </p:sp>
      <p:sp>
        <p:nvSpPr>
          <p:cNvPr id="4" name="Espaço Reservado para Conteúdo 3">
            <a:extLst>
              <a:ext uri="{FF2B5EF4-FFF2-40B4-BE49-F238E27FC236}">
                <a16:creationId xmlns:a16="http://schemas.microsoft.com/office/drawing/2014/main" id="{5F158D0C-83F1-33A6-32F6-7DCCBD916FEC}"/>
              </a:ext>
            </a:extLst>
          </p:cNvPr>
          <p:cNvSpPr>
            <a:spLocks noGrp="1"/>
          </p:cNvSpPr>
          <p:nvPr>
            <p:ph sz="half" idx="1"/>
          </p:nvPr>
        </p:nvSpPr>
        <p:spPr/>
        <p:txBody>
          <a:bodyPr/>
          <a:lstStyle/>
          <a:p>
            <a:endParaRPr lang="pt-BR" dirty="0"/>
          </a:p>
        </p:txBody>
      </p:sp>
    </p:spTree>
    <p:extLst>
      <p:ext uri="{BB962C8B-B14F-4D97-AF65-F5344CB8AC3E}">
        <p14:creationId xmlns:p14="http://schemas.microsoft.com/office/powerpoint/2010/main" val="3628341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tângulo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tângulo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grpSp>
        <p:nvGrpSpPr>
          <p:cNvPr id="14" name="Grupo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tângulo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16" name="Retângulo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17" name="Retângulo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grpSp>
      <p:sp>
        <p:nvSpPr>
          <p:cNvPr id="2" name="Título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rtlCol="0">
            <a:normAutofit/>
          </a:bodyPr>
          <a:lstStyle/>
          <a:p>
            <a:pPr rtl="0"/>
            <a:r>
              <a:rPr lang="pt-BR" dirty="0" err="1">
                <a:solidFill>
                  <a:srgbClr val="FFFFFF"/>
                </a:solidFill>
              </a:rPr>
              <a:t>Thanks</a:t>
            </a:r>
            <a:endParaRPr lang="pt-BR" dirty="0">
              <a:solidFill>
                <a:srgbClr val="FFFFFF"/>
              </a:solidFill>
            </a:endParaRPr>
          </a:p>
        </p:txBody>
      </p:sp>
      <p:sp>
        <p:nvSpPr>
          <p:cNvPr id="3" name="Subtítulo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rtlCol="0">
            <a:normAutofit/>
          </a:bodyPr>
          <a:lstStyle/>
          <a:p>
            <a:pPr rtl="0"/>
            <a:r>
              <a:rPr lang="pt-BR" dirty="0">
                <a:solidFill>
                  <a:schemeClr val="bg2"/>
                </a:solidFill>
              </a:rPr>
              <a:t>MBRCRUZ@COS.UFRJ.BR</a:t>
            </a:r>
          </a:p>
          <a:p>
            <a:pPr rtl="0"/>
            <a:endParaRPr lang="pt-BR" dirty="0">
              <a:solidFill>
                <a:schemeClr val="bg2"/>
              </a:solidFill>
            </a:endParaRPr>
          </a:p>
          <a:p>
            <a:pPr rtl="0"/>
            <a:endParaRPr lang="pt-BR" dirty="0">
              <a:solidFill>
                <a:schemeClr val="bg2"/>
              </a:solidFill>
            </a:endParaRPr>
          </a:p>
        </p:txBody>
      </p:sp>
      <p:pic>
        <p:nvPicPr>
          <p:cNvPr id="5" name="Imagem 4" descr="Números Digitai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Dividendo">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61208438_TF56390039_Win32" id="{BD4490C2-611E-455A-B4BD-979530468577}" vid="{C717240B-0B4A-47DC-B19B-2043A138DC70}"/>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CC37DD58E5DA045B4BE4D3137FB1E23" ma:contentTypeVersion="5" ma:contentTypeDescription="Create a new document." ma:contentTypeScope="" ma:versionID="72967dc7af125a04048dcab025cce9cd">
  <xsd:schema xmlns:xsd="http://www.w3.org/2001/XMLSchema" xmlns:xs="http://www.w3.org/2001/XMLSchema" xmlns:p="http://schemas.microsoft.com/office/2006/metadata/properties" xmlns:ns3="e309d600-69e2-4759-a9a3-2a2d4bf02603" xmlns:ns4="33d76b82-6844-41de-87f8-67f7b44c9c44" targetNamespace="http://schemas.microsoft.com/office/2006/metadata/properties" ma:root="true" ma:fieldsID="b5a47d2780e1f9c2a1bd43f6eb057b30" ns3:_="" ns4:_="">
    <xsd:import namespace="e309d600-69e2-4759-a9a3-2a2d4bf02603"/>
    <xsd:import namespace="33d76b82-6844-41de-87f8-67f7b44c9c44"/>
    <xsd:element name="properties">
      <xsd:complexType>
        <xsd:sequence>
          <xsd:element name="documentManagement">
            <xsd:complexType>
              <xsd:all>
                <xsd:element ref="ns3:SharedWithUsers" minOccurs="0"/>
                <xsd:element ref="ns3:SharingHintHash" minOccurs="0"/>
                <xsd:element ref="ns3:SharedWithDetails" minOccurs="0"/>
                <xsd:element ref="ns4:MediaServiceMetadata" minOccurs="0"/>
                <xsd:element ref="ns4: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09d600-69e2-4759-a9a3-2a2d4bf02603"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9" nillable="true" ma:displayName="Sharing Hint Hash" ma:internalName="SharingHintHash" ma:readOnly="true">
      <xsd:simpleType>
        <xsd:restriction base="dms:Text"/>
      </xsd:simpleType>
    </xsd:element>
    <xsd:element name="SharedWithDetails" ma:index="10"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3d76b82-6844-41de-87f8-67f7b44c9c44"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79E7C7-99D7-4EFF-B5A6-230330A1FB6E}">
  <ds:schemaRefs>
    <ds:schemaRef ds:uri="http://schemas.microsoft.com/sharepoint/v3/contenttype/forms"/>
  </ds:schemaRefs>
</ds:datastoreItem>
</file>

<file path=customXml/itemProps2.xml><?xml version="1.0" encoding="utf-8"?>
<ds:datastoreItem xmlns:ds="http://schemas.openxmlformats.org/officeDocument/2006/customXml" ds:itemID="{2A94E114-3B70-4BD9-8E72-0F1C0A09DB3F}">
  <ds:schemaRefs>
    <ds:schemaRef ds:uri="http://schemas.microsoft.com/office/infopath/2007/PartnerControls"/>
    <ds:schemaRef ds:uri="http://www.w3.org/XML/1998/namespace"/>
    <ds:schemaRef ds:uri="33d76b82-6844-41de-87f8-67f7b44c9c44"/>
    <ds:schemaRef ds:uri="http://purl.org/dc/elements/1.1/"/>
    <ds:schemaRef ds:uri="http://purl.org/dc/dcmitype/"/>
    <ds:schemaRef ds:uri="http://schemas.openxmlformats.org/package/2006/metadata/core-properties"/>
    <ds:schemaRef ds:uri="http://schemas.microsoft.com/office/2006/documentManagement/types"/>
    <ds:schemaRef ds:uri="e309d600-69e2-4759-a9a3-2a2d4bf02603"/>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77B117BB-1BEA-47BE-9E2D-1E3F5E00E6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09d600-69e2-4759-a9a3-2a2d4bf02603"/>
    <ds:schemaRef ds:uri="33d76b82-6844-41de-87f8-67f7b44c9c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{C44F0B1C-C696-491F-A9AA-FA12E007D01D}tf56390039_win32</Template>
  <TotalTime>10629</TotalTime>
  <Words>689</Words>
  <Application>Microsoft Office PowerPoint</Application>
  <PresentationFormat>Widescreen</PresentationFormat>
  <Paragraphs>119</Paragraphs>
  <Slides>16</Slides>
  <Notes>16</Notes>
  <HiddenSlides>5</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AmazonEmber</vt:lpstr>
      <vt:lpstr>Arial</vt:lpstr>
      <vt:lpstr>Calibri</vt:lpstr>
      <vt:lpstr>Gill Sans MT</vt:lpstr>
      <vt:lpstr>NimbusRomNo9L-Regu</vt:lpstr>
      <vt:lpstr>Times-Bold</vt:lpstr>
      <vt:lpstr>TimesNewRomanPSMT</vt:lpstr>
      <vt:lpstr>Wingdings 2</vt:lpstr>
      <vt:lpstr>Dividendo</vt:lpstr>
      <vt:lpstr>Improve I/O scalability for SDDP algorithm with MPI/IO/Lustre</vt:lpstr>
      <vt:lpstr>Summary</vt:lpstr>
      <vt:lpstr>aBSTRACT</vt:lpstr>
      <vt:lpstr>Introduction - The SDDP Algorithm</vt:lpstr>
      <vt:lpstr>Introduction – what’s scenarios ?</vt:lpstr>
      <vt:lpstr>Introduction - Results</vt:lpstr>
      <vt:lpstr>Evaluation – case study</vt:lpstr>
      <vt:lpstr>Evaluation – cluster configuration</vt:lpstr>
      <vt:lpstr>Introduction - cluster architecture </vt:lpstr>
      <vt:lpstr>Evaluation:</vt:lpstr>
      <vt:lpstr>Background: Stack hpc</vt:lpstr>
      <vt:lpstr>Background:  Hd5</vt:lpstr>
      <vt:lpstr>Background:  MPI-IO e seus algoritmos</vt:lpstr>
      <vt:lpstr>Background:  lustre</vt:lpstr>
      <vt:lpstr>Proposta de solução:  lustre MPI-IO</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Performance Comparison of MPI Implementations over InfiniBand, Myrinet and Quadrics</dc:title>
  <dc:creator>Marcelo Barros</dc:creator>
  <cp:lastModifiedBy>Marcelo Barros</cp:lastModifiedBy>
  <cp:revision>230</cp:revision>
  <dcterms:created xsi:type="dcterms:W3CDTF">2023-08-07T18:04:29Z</dcterms:created>
  <dcterms:modified xsi:type="dcterms:W3CDTF">2025-03-20T19:23:57Z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0x010100BCC37DD58E5DA045B4BE4D3137FB1E23</vt:lpwstr>
  </property>
</Properties>
</file>