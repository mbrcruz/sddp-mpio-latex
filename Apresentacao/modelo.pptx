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6"/>
  </p:notesMasterIdLst>
  <p:sldIdLst>
    <p:sldId id="5771" r:id="rId2"/>
    <p:sldId id="5770" r:id="rId3"/>
    <p:sldId id="5774" r:id="rId4"/>
    <p:sldId id="5775" r:id="rId5"/>
    <p:sldId id="5784" r:id="rId6"/>
    <p:sldId id="5791" r:id="rId7"/>
    <p:sldId id="5799" r:id="rId8"/>
    <p:sldId id="5800" r:id="rId9"/>
    <p:sldId id="5801" r:id="rId10"/>
    <p:sldId id="5804" r:id="rId11"/>
    <p:sldId id="5802" r:id="rId12"/>
    <p:sldId id="5803" r:id="rId13"/>
    <p:sldId id="5805" r:id="rId14"/>
    <p:sldId id="286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2F2F2"/>
    <a:srgbClr val="23426E"/>
    <a:srgbClr val="FF7A4F"/>
    <a:srgbClr val="00ADA1"/>
    <a:srgbClr val="990033"/>
    <a:srgbClr val="162944"/>
    <a:srgbClr val="2F5893"/>
    <a:srgbClr val="ACBBD0"/>
    <a:srgbClr val="4D7980"/>
    <a:srgbClr val="3E649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505E3EF-67EA-436B-97B2-0124C06EBD24}" styleName="Medium Style 4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3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3">
              <a:tint val="20000"/>
            </a:schemeClr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81293" autoAdjust="0"/>
  </p:normalViewPr>
  <p:slideViewPr>
    <p:cSldViewPr snapToGrid="0">
      <p:cViewPr varScale="1">
        <p:scale>
          <a:sx n="67" d="100"/>
          <a:sy n="67" d="100"/>
        </p:scale>
        <p:origin x="1296" y="53"/>
      </p:cViewPr>
      <p:guideLst/>
    </p:cSldViewPr>
  </p:slideViewPr>
  <p:notesTextViewPr>
    <p:cViewPr>
      <p:scale>
        <a:sx n="125" d="100"/>
        <a:sy n="125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902A2CF-32D5-4D4E-B710-CC654E292E38}" type="datetimeFigureOut">
              <a:rPr lang="en-US" smtClean="0"/>
              <a:t>10/5/2025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74FC1F3-6408-419A-A05A-0888B79047D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1320401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sz="1200" b="1" dirty="0">
                <a:solidFill>
                  <a:srgbClr val="FF0000"/>
                </a:solidFill>
              </a:rPr>
              <a:t>Alto nível de concorrência</a:t>
            </a:r>
          </a:p>
          <a:p>
            <a:r>
              <a:rPr lang="pt-BR" sz="1200" b="1" dirty="0">
                <a:solidFill>
                  <a:srgbClr val="FF0000"/>
                </a:solidFill>
              </a:rPr>
              <a:t>Vários processos lendo todos dados de entrada</a:t>
            </a:r>
          </a:p>
          <a:p>
            <a:r>
              <a:rPr lang="pt-BR" sz="1200" b="1" dirty="0">
                <a:solidFill>
                  <a:srgbClr val="FF0000"/>
                </a:solidFill>
              </a:rPr>
              <a:t>Será que vale a pena fazer um código orientado a objetos com várias camadas?</a:t>
            </a:r>
          </a:p>
          <a:p>
            <a:endParaRPr lang="pt-B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74FC1F3-6408-419A-A05A-0888B79047D3}" type="slidenum">
              <a:rPr lang="en-US" smtClean="0"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7318662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/>
              <a:t>Relacionamento entidade Fraca , na orientação a objetos é chamado de agregação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74FC1F3-6408-419A-A05A-0888B79047D3}" type="slidenum">
              <a:rPr lang="en-US" smtClean="0"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0479893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663D55-FB0D-5613-69BC-157FABE26B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5EBFC50-4121-31A2-C9C5-69246034FC6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526FB65-9231-74BE-D1B2-B43115DF68F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4C64409-F31D-3EB4-1647-1E588CF1E42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74FC1F3-6408-419A-A05A-0888B79047D3}" type="slidenum">
              <a:rPr lang="en-US" smtClean="0"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8298339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FE7C07-10B7-14A8-5FBE-485E447B30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0764FB1-647C-8527-D24F-3719EF06714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E82C9D6-1CB6-9981-69FC-102AAC54479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/>
              <a:t>Se eu não apresentasse uma base de dados antes, com certeza achariam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31C5705-FC2C-8D81-0F8B-FB72B8ABB67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74FC1F3-6408-419A-A05A-0888B79047D3}" type="slidenum">
              <a:rPr lang="en-US" smtClean="0"/>
              <a:t>12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9205913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apa_dar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E457BF1E-E00D-41BD-0BAE-6695FD6698A9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b="15919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7" name="Retângulo 3">
            <a:extLst>
              <a:ext uri="{FF2B5EF4-FFF2-40B4-BE49-F238E27FC236}">
                <a16:creationId xmlns:a16="http://schemas.microsoft.com/office/drawing/2014/main" id="{5D52FC52-C7B2-B4DA-9F49-9C0EEB019082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chemeClr val="accent3">
                  <a:alpha val="80000"/>
                </a:schemeClr>
              </a:gs>
              <a:gs pos="90000">
                <a:schemeClr val="accent1"/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1CA22A0-22C7-CFBB-32ED-78C43296004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052571" y="879175"/>
            <a:ext cx="6975921" cy="1436675"/>
          </a:xfrm>
          <a:noFill/>
        </p:spPr>
        <p:txBody>
          <a:bodyPr wrap="square">
            <a:spAutoFit/>
          </a:bodyPr>
          <a:lstStyle>
            <a:lvl1pPr>
              <a:defRPr lang="en-US" sz="4800" b="1">
                <a:solidFill>
                  <a:srgbClr val="FFFFFF"/>
                </a:solidFill>
                <a:latin typeface="Myriad Pro" panose="020B0503030403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marL="0" lvl="0">
              <a:lnSpc>
                <a:spcPct val="90909"/>
              </a:lnSpc>
              <a:buClr>
                <a:srgbClr val="FFFFFF"/>
              </a:buClr>
              <a:buSzPts val="6600"/>
              <a:buFont typeface="Open Sans"/>
            </a:pPr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FD23710-4C86-21AC-9AD5-F3FF0D6A2CC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052571" y="2437873"/>
            <a:ext cx="6975922" cy="424732"/>
          </a:xfrm>
          <a:noFill/>
        </p:spPr>
        <p:txBody>
          <a:bodyPr wrap="square">
            <a:spAutoFit/>
          </a:bodyPr>
          <a:lstStyle>
            <a:lvl1pPr>
              <a:defRPr lang="en-US" sz="2400" dirty="0">
                <a:solidFill>
                  <a:srgbClr val="FFFFFF"/>
                </a:solidFill>
                <a:latin typeface="+mj-lt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marL="0" lvl="0">
              <a:buClr>
                <a:srgbClr val="FFFFFF"/>
              </a:buClr>
              <a:buSzPts val="1600"/>
              <a:buFont typeface="Arial"/>
              <a:buNone/>
            </a:pPr>
            <a:r>
              <a:rPr lang="en-US" dirty="0"/>
              <a:t>Click to edit Master subtitle style</a:t>
            </a:r>
          </a:p>
        </p:txBody>
      </p:sp>
      <p:sp>
        <p:nvSpPr>
          <p:cNvPr id="23" name="Text Placeholder 175">
            <a:extLst>
              <a:ext uri="{FF2B5EF4-FFF2-40B4-BE49-F238E27FC236}">
                <a16:creationId xmlns:a16="http://schemas.microsoft.com/office/drawing/2014/main" id="{7C860161-45A4-2EFC-CBD8-22336C1AFE7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049312" y="3004268"/>
            <a:ext cx="6975922" cy="424732"/>
          </a:xfrm>
          <a:noFill/>
        </p:spPr>
        <p:txBody>
          <a:bodyPr wrap="square">
            <a:spAutoFit/>
          </a:bodyPr>
          <a:lstStyle>
            <a:lvl1pPr>
              <a:defRPr lang="en-US" sz="2400" b="1" dirty="0">
                <a:solidFill>
                  <a:schemeClr val="accent5">
                    <a:lumMod val="60000"/>
                    <a:lumOff val="40000"/>
                  </a:schemeClr>
                </a:solidFill>
                <a:latin typeface="+mj-lt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marL="0" lvl="0">
              <a:buClr>
                <a:srgbClr val="FFFFFF"/>
              </a:buClr>
              <a:buSzPts val="1600"/>
              <a:buFont typeface="Arial"/>
              <a:buNone/>
            </a:pPr>
            <a:r>
              <a:rPr lang="en-US" dirty="0"/>
              <a:t>Insert author here</a:t>
            </a:r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ACDAC12E-E924-4C5C-5CC9-D036B8135813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10584791" y="240625"/>
            <a:ext cx="1308100" cy="755969"/>
          </a:xfrm>
        </p:spPr>
        <p:txBody>
          <a:bodyPr anchor="ctr" anchorCtr="0"/>
          <a:lstStyle>
            <a:lvl1pPr algn="ctr"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Logo</a:t>
            </a:r>
          </a:p>
        </p:txBody>
      </p:sp>
      <p:pic>
        <p:nvPicPr>
          <p:cNvPr id="11" name="Picture 10" descr="A white triangle with dots and lines on a black background&#10;&#10;Description automatically generated">
            <a:extLst>
              <a:ext uri="{FF2B5EF4-FFF2-40B4-BE49-F238E27FC236}">
                <a16:creationId xmlns:a16="http://schemas.microsoft.com/office/drawing/2014/main" id="{E0CF2FAB-F505-B460-25C1-71F66B9B6FD7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6686" y="5625414"/>
            <a:ext cx="1309914" cy="7366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2958020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Capa_dar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A blurry image of a city&#10;&#10;Description automatically generated">
            <a:extLst>
              <a:ext uri="{FF2B5EF4-FFF2-40B4-BE49-F238E27FC236}">
                <a16:creationId xmlns:a16="http://schemas.microsoft.com/office/drawing/2014/main" id="{31CFD4B2-973C-060A-E56B-83D8A8EE66C0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0505" b="5289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7" name="Retângulo 3">
            <a:extLst>
              <a:ext uri="{FF2B5EF4-FFF2-40B4-BE49-F238E27FC236}">
                <a16:creationId xmlns:a16="http://schemas.microsoft.com/office/drawing/2014/main" id="{5D52FC52-C7B2-B4DA-9F49-9C0EEB019082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chemeClr val="accent3">
                  <a:alpha val="80000"/>
                </a:schemeClr>
              </a:gs>
              <a:gs pos="90000">
                <a:schemeClr val="accent1"/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1CA22A0-22C7-CFBB-32ED-78C43296004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052571" y="879175"/>
            <a:ext cx="6975921" cy="1436675"/>
          </a:xfrm>
          <a:noFill/>
        </p:spPr>
        <p:txBody>
          <a:bodyPr wrap="square">
            <a:spAutoFit/>
          </a:bodyPr>
          <a:lstStyle>
            <a:lvl1pPr>
              <a:defRPr lang="en-US" sz="4800" b="1">
                <a:solidFill>
                  <a:srgbClr val="FFFFFF"/>
                </a:solidFill>
                <a:latin typeface="Myriad Pro" panose="020B0503030403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marL="0" lvl="0">
              <a:lnSpc>
                <a:spcPct val="90909"/>
              </a:lnSpc>
              <a:buClr>
                <a:srgbClr val="FFFFFF"/>
              </a:buClr>
              <a:buSzPts val="6600"/>
              <a:buFont typeface="Open Sans"/>
            </a:pPr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FD23710-4C86-21AC-9AD5-F3FF0D6A2CC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052571" y="2437873"/>
            <a:ext cx="6975922" cy="424732"/>
          </a:xfrm>
          <a:noFill/>
        </p:spPr>
        <p:txBody>
          <a:bodyPr wrap="square">
            <a:spAutoFit/>
          </a:bodyPr>
          <a:lstStyle>
            <a:lvl1pPr>
              <a:defRPr lang="en-US" sz="2400" dirty="0">
                <a:solidFill>
                  <a:srgbClr val="FFFFFF"/>
                </a:solidFill>
                <a:latin typeface="+mj-lt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marL="0" lvl="0">
              <a:buClr>
                <a:srgbClr val="FFFFFF"/>
              </a:buClr>
              <a:buSzPts val="1600"/>
              <a:buFont typeface="Arial"/>
              <a:buNone/>
            </a:pPr>
            <a:r>
              <a:rPr lang="en-US" dirty="0"/>
              <a:t>Click to edit Master subtitle style</a:t>
            </a:r>
          </a:p>
        </p:txBody>
      </p:sp>
      <p:sp>
        <p:nvSpPr>
          <p:cNvPr id="23" name="Text Placeholder 175">
            <a:extLst>
              <a:ext uri="{FF2B5EF4-FFF2-40B4-BE49-F238E27FC236}">
                <a16:creationId xmlns:a16="http://schemas.microsoft.com/office/drawing/2014/main" id="{7C860161-45A4-2EFC-CBD8-22336C1AFE7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049312" y="3004268"/>
            <a:ext cx="6975922" cy="424732"/>
          </a:xfrm>
          <a:noFill/>
        </p:spPr>
        <p:txBody>
          <a:bodyPr wrap="square">
            <a:spAutoFit/>
          </a:bodyPr>
          <a:lstStyle>
            <a:lvl1pPr>
              <a:defRPr lang="en-US" sz="2400" b="1" dirty="0">
                <a:solidFill>
                  <a:schemeClr val="accent5">
                    <a:lumMod val="60000"/>
                    <a:lumOff val="40000"/>
                  </a:schemeClr>
                </a:solidFill>
                <a:latin typeface="+mj-lt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marL="0" lvl="0">
              <a:buClr>
                <a:srgbClr val="FFFFFF"/>
              </a:buClr>
              <a:buSzPts val="1600"/>
              <a:buFont typeface="Arial"/>
              <a:buNone/>
            </a:pPr>
            <a:r>
              <a:rPr lang="en-US" dirty="0"/>
              <a:t>Insert author here</a:t>
            </a:r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ACDAC12E-E924-4C5C-5CC9-D036B8135813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10584791" y="240625"/>
            <a:ext cx="1308100" cy="755969"/>
          </a:xfrm>
        </p:spPr>
        <p:txBody>
          <a:bodyPr anchor="ctr" anchorCtr="0"/>
          <a:lstStyle>
            <a:lvl1pPr algn="ctr"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Logo</a:t>
            </a:r>
          </a:p>
        </p:txBody>
      </p:sp>
      <p:pic>
        <p:nvPicPr>
          <p:cNvPr id="11" name="Picture 10" descr="A white triangle with dots and lines on a black background&#10;&#10;Description automatically generated">
            <a:extLst>
              <a:ext uri="{FF2B5EF4-FFF2-40B4-BE49-F238E27FC236}">
                <a16:creationId xmlns:a16="http://schemas.microsoft.com/office/drawing/2014/main" id="{E0CF2FAB-F505-B460-25C1-71F66B9B6FD7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6686" y="5625414"/>
            <a:ext cx="1309914" cy="7366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5958900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Capa_dar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A blue planet with dots and lines around it&#10;&#10;Description automatically generated">
            <a:extLst>
              <a:ext uri="{FF2B5EF4-FFF2-40B4-BE49-F238E27FC236}">
                <a16:creationId xmlns:a16="http://schemas.microsoft.com/office/drawing/2014/main" id="{958B62DD-8E16-DC56-4C9F-2777F961F9E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9987"/>
          <a:stretch/>
        </p:blipFill>
        <p:spPr>
          <a:xfrm>
            <a:off x="0" y="-1"/>
            <a:ext cx="12192000" cy="6858001"/>
          </a:xfrm>
          <a:prstGeom prst="rect">
            <a:avLst/>
          </a:prstGeom>
        </p:spPr>
      </p:pic>
      <p:sp>
        <p:nvSpPr>
          <p:cNvPr id="7" name="Retângulo 3">
            <a:extLst>
              <a:ext uri="{FF2B5EF4-FFF2-40B4-BE49-F238E27FC236}">
                <a16:creationId xmlns:a16="http://schemas.microsoft.com/office/drawing/2014/main" id="{5D52FC52-C7B2-B4DA-9F49-9C0EEB019082}"/>
              </a:ext>
            </a:extLst>
          </p:cNvPr>
          <p:cNvSpPr/>
          <p:nvPr userDrawn="1"/>
        </p:nvSpPr>
        <p:spPr>
          <a:xfrm>
            <a:off x="0" y="-1"/>
            <a:ext cx="12192000" cy="6858000"/>
          </a:xfrm>
          <a:prstGeom prst="rect">
            <a:avLst/>
          </a:prstGeom>
          <a:gradFill flip="none" rotWithShape="1">
            <a:gsLst>
              <a:gs pos="0">
                <a:schemeClr val="accent3">
                  <a:alpha val="65000"/>
                </a:schemeClr>
              </a:gs>
              <a:gs pos="91000">
                <a:schemeClr val="accent1"/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1CA22A0-22C7-CFBB-32ED-78C43296004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96686" y="879175"/>
            <a:ext cx="6975921" cy="1436675"/>
          </a:xfrm>
          <a:noFill/>
        </p:spPr>
        <p:txBody>
          <a:bodyPr wrap="square">
            <a:spAutoFit/>
          </a:bodyPr>
          <a:lstStyle>
            <a:lvl1pPr>
              <a:defRPr lang="en-US" sz="4800" b="1">
                <a:solidFill>
                  <a:srgbClr val="FFFFFF"/>
                </a:solidFill>
                <a:latin typeface="Myriad Pro" panose="020B0503030403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marL="0" lvl="0">
              <a:lnSpc>
                <a:spcPct val="90909"/>
              </a:lnSpc>
              <a:buClr>
                <a:srgbClr val="FFFFFF"/>
              </a:buClr>
              <a:buSzPts val="6600"/>
              <a:buFont typeface="Open Sans"/>
            </a:pPr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FD23710-4C86-21AC-9AD5-F3FF0D6A2CC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96686" y="2437873"/>
            <a:ext cx="6975922" cy="424732"/>
          </a:xfrm>
          <a:noFill/>
        </p:spPr>
        <p:txBody>
          <a:bodyPr wrap="square">
            <a:spAutoFit/>
          </a:bodyPr>
          <a:lstStyle>
            <a:lvl1pPr>
              <a:defRPr lang="en-US" sz="2400" dirty="0">
                <a:solidFill>
                  <a:srgbClr val="FFFFFF"/>
                </a:solidFill>
                <a:latin typeface="+mj-lt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marL="0" lvl="0">
              <a:buClr>
                <a:srgbClr val="FFFFFF"/>
              </a:buClr>
              <a:buSzPts val="1600"/>
              <a:buFont typeface="Arial"/>
              <a:buNone/>
            </a:pPr>
            <a:r>
              <a:rPr lang="en-US" dirty="0"/>
              <a:t>Click to edit Master subtitle style</a:t>
            </a:r>
          </a:p>
        </p:txBody>
      </p:sp>
      <p:sp>
        <p:nvSpPr>
          <p:cNvPr id="23" name="Text Placeholder 175">
            <a:extLst>
              <a:ext uri="{FF2B5EF4-FFF2-40B4-BE49-F238E27FC236}">
                <a16:creationId xmlns:a16="http://schemas.microsoft.com/office/drawing/2014/main" id="{7C860161-45A4-2EFC-CBD8-22336C1AFE7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96686" y="3004268"/>
            <a:ext cx="6975922" cy="424732"/>
          </a:xfrm>
          <a:noFill/>
        </p:spPr>
        <p:txBody>
          <a:bodyPr wrap="square">
            <a:spAutoFit/>
          </a:bodyPr>
          <a:lstStyle>
            <a:lvl1pPr>
              <a:defRPr lang="en-US" sz="2400" b="1" dirty="0">
                <a:solidFill>
                  <a:schemeClr val="accent5">
                    <a:lumMod val="60000"/>
                    <a:lumOff val="40000"/>
                  </a:schemeClr>
                </a:solidFill>
                <a:latin typeface="+mj-lt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marL="0" lvl="0">
              <a:buClr>
                <a:srgbClr val="FFFFFF"/>
              </a:buClr>
              <a:buSzPts val="1600"/>
              <a:buFont typeface="Arial"/>
              <a:buNone/>
            </a:pPr>
            <a:r>
              <a:rPr lang="en-US" dirty="0"/>
              <a:t>Insert author here</a:t>
            </a:r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ACDAC12E-E924-4C5C-5CC9-D036B8135813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10584791" y="240625"/>
            <a:ext cx="1308100" cy="755969"/>
          </a:xfrm>
        </p:spPr>
        <p:txBody>
          <a:bodyPr anchor="ctr" anchorCtr="0"/>
          <a:lstStyle>
            <a:lvl1pPr algn="ctr"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Logo</a:t>
            </a:r>
          </a:p>
        </p:txBody>
      </p:sp>
      <p:pic>
        <p:nvPicPr>
          <p:cNvPr id="11" name="Picture 10" descr="A white triangle with dots and lines on a black background&#10;&#10;Description automatically generated">
            <a:extLst>
              <a:ext uri="{FF2B5EF4-FFF2-40B4-BE49-F238E27FC236}">
                <a16:creationId xmlns:a16="http://schemas.microsoft.com/office/drawing/2014/main" id="{E0CF2FAB-F505-B460-25C1-71F66B9B6FD7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6686" y="5625414"/>
            <a:ext cx="1309914" cy="7366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4869301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83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Rectangle 33">
            <a:extLst>
              <a:ext uri="{FF2B5EF4-FFF2-40B4-BE49-F238E27FC236}">
                <a16:creationId xmlns:a16="http://schemas.microsoft.com/office/drawing/2014/main" id="{7FE72562-197E-A924-C206-7921BAEDB72F}"/>
              </a:ext>
            </a:extLst>
          </p:cNvPr>
          <p:cNvSpPr/>
          <p:nvPr userDrawn="1"/>
        </p:nvSpPr>
        <p:spPr>
          <a:xfrm>
            <a:off x="1" y="911225"/>
            <a:ext cx="7305674" cy="74114"/>
          </a:xfrm>
          <a:prstGeom prst="rect">
            <a:avLst/>
          </a:prstGeom>
          <a:solidFill>
            <a:srgbClr val="6B9EA6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35" name="Picture 34" descr="Power lines of power lines in a field&#10;&#10;Description automatically generated">
            <a:extLst>
              <a:ext uri="{FF2B5EF4-FFF2-40B4-BE49-F238E27FC236}">
                <a16:creationId xmlns:a16="http://schemas.microsoft.com/office/drawing/2014/main" id="{57C0443E-A5A6-2ED1-BA0D-572A454EBD2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duotone>
              <a:prstClr val="black"/>
              <a:srgbClr val="4C787F">
                <a:tint val="45000"/>
                <a:satMod val="400000"/>
              </a:srgb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64201"/>
          <a:stretch/>
        </p:blipFill>
        <p:spPr>
          <a:xfrm>
            <a:off x="403945" y="0"/>
            <a:ext cx="3413559" cy="6356282"/>
          </a:xfrm>
          <a:prstGeom prst="rect">
            <a:avLst/>
          </a:prstGeom>
        </p:spPr>
      </p:pic>
      <p:sp>
        <p:nvSpPr>
          <p:cNvPr id="2" name="Text Placeholder 3">
            <a:extLst>
              <a:ext uri="{FF2B5EF4-FFF2-40B4-BE49-F238E27FC236}">
                <a16:creationId xmlns:a16="http://schemas.microsoft.com/office/drawing/2014/main" id="{F470191A-5A8B-4695-6507-590C268098B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975100" y="223647"/>
            <a:ext cx="6896100" cy="590931"/>
          </a:xfrm>
          <a:noFill/>
        </p:spPr>
        <p:txBody>
          <a:bodyPr wrap="square" rtlCol="0">
            <a:spAutoFit/>
          </a:bodyPr>
          <a:lstStyle>
            <a:lvl1pPr>
              <a:defRPr lang="en-US" sz="3600" b="1" smtClean="0">
                <a:solidFill>
                  <a:srgbClr val="162944"/>
                </a:solidFill>
                <a:latin typeface="Myriad Pro" panose="020B0503030403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>
              <a:defRPr lang="en-US" sz="1800" smtClean="0">
                <a:latin typeface="+mn-lt"/>
              </a:defRPr>
            </a:lvl2pPr>
            <a:lvl3pPr>
              <a:defRPr lang="en-US" smtClean="0">
                <a:latin typeface="+mn-lt"/>
              </a:defRPr>
            </a:lvl3pPr>
            <a:lvl4pPr>
              <a:defRPr lang="en-US" sz="1800" smtClean="0">
                <a:latin typeface="+mn-lt"/>
              </a:defRPr>
            </a:lvl4pPr>
            <a:lvl5pPr>
              <a:defRPr lang="en-US" sz="1800">
                <a:latin typeface="+mn-lt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71160146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agenda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Rectangle 33">
            <a:extLst>
              <a:ext uri="{FF2B5EF4-FFF2-40B4-BE49-F238E27FC236}">
                <a16:creationId xmlns:a16="http://schemas.microsoft.com/office/drawing/2014/main" id="{7FE72562-197E-A924-C206-7921BAEDB72F}"/>
              </a:ext>
            </a:extLst>
          </p:cNvPr>
          <p:cNvSpPr/>
          <p:nvPr userDrawn="1"/>
        </p:nvSpPr>
        <p:spPr>
          <a:xfrm>
            <a:off x="1" y="911225"/>
            <a:ext cx="7305674" cy="74114"/>
          </a:xfrm>
          <a:prstGeom prst="rect">
            <a:avLst/>
          </a:prstGeom>
          <a:solidFill>
            <a:srgbClr val="6B9EA6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ext Placeholder 3">
            <a:extLst>
              <a:ext uri="{FF2B5EF4-FFF2-40B4-BE49-F238E27FC236}">
                <a16:creationId xmlns:a16="http://schemas.microsoft.com/office/drawing/2014/main" id="{F470191A-5A8B-4695-6507-590C268098B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975100" y="223647"/>
            <a:ext cx="6896100" cy="590931"/>
          </a:xfrm>
          <a:noFill/>
        </p:spPr>
        <p:txBody>
          <a:bodyPr wrap="square" rtlCol="0">
            <a:spAutoFit/>
          </a:bodyPr>
          <a:lstStyle>
            <a:lvl1pPr>
              <a:defRPr lang="en-US" sz="3600" b="1" smtClean="0">
                <a:solidFill>
                  <a:srgbClr val="162944"/>
                </a:solidFill>
                <a:latin typeface="Myriad Pro" panose="020B0503030403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>
              <a:defRPr lang="en-US" sz="1800" smtClean="0">
                <a:latin typeface="+mn-lt"/>
              </a:defRPr>
            </a:lvl2pPr>
            <a:lvl3pPr>
              <a:defRPr lang="en-US" smtClean="0">
                <a:latin typeface="+mn-lt"/>
              </a:defRPr>
            </a:lvl3pPr>
            <a:lvl4pPr>
              <a:defRPr lang="en-US" sz="1800" smtClean="0">
                <a:latin typeface="+mn-lt"/>
              </a:defRPr>
            </a:lvl4pPr>
            <a:lvl5pPr>
              <a:defRPr lang="en-US" sz="1800">
                <a:latin typeface="+mn-lt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pic>
        <p:nvPicPr>
          <p:cNvPr id="4" name="Picture 3" descr="A large dam with a body of water&#10;&#10;Description automatically generated">
            <a:extLst>
              <a:ext uri="{FF2B5EF4-FFF2-40B4-BE49-F238E27FC236}">
                <a16:creationId xmlns:a16="http://schemas.microsoft.com/office/drawing/2014/main" id="{EB91D891-362D-C60A-7419-BAD5F90A716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duotone>
              <a:prstClr val="black"/>
              <a:srgbClr val="4C787F">
                <a:tint val="45000"/>
                <a:satMod val="400000"/>
              </a:srgb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9776"/>
          <a:stretch/>
        </p:blipFill>
        <p:spPr>
          <a:xfrm>
            <a:off x="395067" y="0"/>
            <a:ext cx="3413558" cy="63562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9192459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pa de seção">
    <p:bg>
      <p:bgPr>
        <a:gradFill>
          <a:gsLst>
            <a:gs pos="77000">
              <a:schemeClr val="accent4"/>
            </a:gs>
            <a:gs pos="0">
              <a:schemeClr val="accent3"/>
            </a:gs>
          </a:gsLst>
          <a:lin ang="108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AA05C712-34F0-AEFE-656C-F81274925D7E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2853987003"/>
              </p:ext>
            </p:extLst>
          </p:nvPr>
        </p:nvGraphicFramePr>
        <p:xfrm>
          <a:off x="2755900" y="2434807"/>
          <a:ext cx="7572917" cy="1981130"/>
        </p:xfrm>
        <a:graphic>
          <a:graphicData uri="http://schemas.openxmlformats.org/drawingml/2006/table">
            <a:tbl>
              <a:tblPr firstRow="1" bandRow="1"/>
              <a:tblGrid>
                <a:gridCol w="7572917">
                  <a:extLst>
                    <a:ext uri="{9D8B030D-6E8A-4147-A177-3AD203B41FA5}">
                      <a16:colId xmlns:a16="http://schemas.microsoft.com/office/drawing/2014/main" val="3760559414"/>
                    </a:ext>
                  </a:extLst>
                </a:gridCol>
              </a:tblGrid>
              <a:tr h="198113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indent="180975" algn="l"/>
                      <a:r>
                        <a:rPr lang="en-US" sz="6000" b="1" dirty="0">
                          <a:solidFill>
                            <a:schemeClr val="bg1"/>
                          </a:solidFill>
                          <a:latin typeface="Myriad Pro" panose="020B0503030403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   </a:t>
                      </a:r>
                    </a:p>
                  </a:txBody>
                  <a:tcPr anchor="ctr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96848749"/>
                  </a:ext>
                </a:extLst>
              </a:tr>
            </a:tbl>
          </a:graphicData>
        </a:graphic>
      </p:graphicFrame>
      <p:sp>
        <p:nvSpPr>
          <p:cNvPr id="9" name="Frame 8">
            <a:extLst>
              <a:ext uri="{FF2B5EF4-FFF2-40B4-BE49-F238E27FC236}">
                <a16:creationId xmlns:a16="http://schemas.microsoft.com/office/drawing/2014/main" id="{708860BE-0D82-90A3-D798-5AAD19D9DE63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frame">
            <a:avLst>
              <a:gd name="adj1" fmla="val 2500"/>
            </a:avLst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A5ED83F4-1D7E-5FA8-D1AF-4C1E9B9CDC5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034169" y="2434807"/>
            <a:ext cx="8214405" cy="1981130"/>
          </a:xfrm>
        </p:spPr>
        <p:txBody>
          <a:bodyPr anchor="ctr" anchorCtr="0"/>
          <a:lstStyle>
            <a:lvl1pPr>
              <a:defRPr lang="en-US" sz="6000" b="1" kern="1200" dirty="0" smtClean="0">
                <a:solidFill>
                  <a:schemeClr val="bg1"/>
                </a:solidFill>
                <a:latin typeface="Myriad Pro" panose="020B0503030403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>
              <a:defRPr lang="en-US" sz="6000" b="1" kern="1200" dirty="0" smtClean="0">
                <a:solidFill>
                  <a:schemeClr val="bg1"/>
                </a:solidFill>
                <a:latin typeface="Myriad Pro" panose="020B0503030403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2pPr>
          </a:lstStyle>
          <a:p>
            <a:pPr lvl="0"/>
            <a:r>
              <a:rPr lang="en-US" dirty="0"/>
              <a:t>Section title</a:t>
            </a:r>
          </a:p>
        </p:txBody>
      </p:sp>
    </p:spTree>
    <p:extLst>
      <p:ext uri="{BB962C8B-B14F-4D97-AF65-F5344CB8AC3E}">
        <p14:creationId xmlns:p14="http://schemas.microsoft.com/office/powerpoint/2010/main" val="318947407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apa de seção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A5ED83F4-1D7E-5FA8-D1AF-4C1E9B9CDC5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988797" y="3895307"/>
            <a:ext cx="8214405" cy="1981130"/>
          </a:xfrm>
        </p:spPr>
        <p:txBody>
          <a:bodyPr anchor="ctr" anchorCtr="0"/>
          <a:lstStyle>
            <a:lvl1pPr>
              <a:defRPr lang="en-US" sz="6000" b="1" kern="1200" dirty="0" smtClean="0">
                <a:solidFill>
                  <a:schemeClr val="accent1"/>
                </a:solidFill>
                <a:latin typeface="Myriad Pro" panose="020B0503030403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>
              <a:defRPr lang="en-US" sz="6000" b="1" kern="1200" dirty="0" smtClean="0">
                <a:solidFill>
                  <a:schemeClr val="bg1"/>
                </a:solidFill>
                <a:latin typeface="Myriad Pro" panose="020B0503030403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2pPr>
          </a:lstStyle>
          <a:p>
            <a:pPr lvl="0"/>
            <a:r>
              <a:rPr lang="en-US" dirty="0"/>
              <a:t>Section title</a:t>
            </a:r>
          </a:p>
        </p:txBody>
      </p:sp>
      <p:sp>
        <p:nvSpPr>
          <p:cNvPr id="2" name="Text Placeholder 10">
            <a:extLst>
              <a:ext uri="{FF2B5EF4-FFF2-40B4-BE49-F238E27FC236}">
                <a16:creationId xmlns:a16="http://schemas.microsoft.com/office/drawing/2014/main" id="{FA05A453-2699-6656-2048-D2C1283E5114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56070" y="3895307"/>
            <a:ext cx="1321930" cy="1981130"/>
          </a:xfrm>
        </p:spPr>
        <p:txBody>
          <a:bodyPr anchor="ctr" anchorCtr="0"/>
          <a:lstStyle>
            <a:lvl1pPr algn="r">
              <a:defRPr lang="en-US" sz="6000" b="1" kern="1200" dirty="0" smtClean="0">
                <a:solidFill>
                  <a:schemeClr val="accent4"/>
                </a:solidFill>
                <a:latin typeface="Myriad Pro" panose="020B0503030403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>
              <a:defRPr lang="en-US" sz="6000" b="1" kern="1200" dirty="0" smtClean="0">
                <a:solidFill>
                  <a:schemeClr val="bg1"/>
                </a:solidFill>
                <a:latin typeface="Myriad Pro" panose="020B0503030403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2pPr>
          </a:lstStyle>
          <a:p>
            <a:pPr lvl="0"/>
            <a:r>
              <a:rPr lang="en-US" dirty="0"/>
              <a:t>Section title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E35366C-8099-C19E-E4C2-45EB79FBD743}"/>
              </a:ext>
            </a:extLst>
          </p:cNvPr>
          <p:cNvSpPr/>
          <p:nvPr userDrawn="1"/>
        </p:nvSpPr>
        <p:spPr>
          <a:xfrm>
            <a:off x="-1130" y="6616700"/>
            <a:ext cx="12193130" cy="241300"/>
          </a:xfrm>
          <a:prstGeom prst="rect">
            <a:avLst/>
          </a:prstGeom>
          <a:gradFill>
            <a:gsLst>
              <a:gs pos="78000">
                <a:schemeClr val="accent4"/>
              </a:gs>
              <a:gs pos="0">
                <a:schemeClr val="accent3">
                  <a:lumMod val="40000"/>
                  <a:lumOff val="60000"/>
                </a:schemeClr>
              </a:gs>
            </a:gsLst>
            <a:lin ang="108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 descr="A blue letter on a black background&#10;&#10;Description automatically generated">
            <a:extLst>
              <a:ext uri="{FF2B5EF4-FFF2-40B4-BE49-F238E27FC236}">
                <a16:creationId xmlns:a16="http://schemas.microsoft.com/office/drawing/2014/main" id="{2081CC8A-4433-11D8-26FD-A812D981482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46978" y="564630"/>
            <a:ext cx="722721" cy="3008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3196507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4520A6-6F3D-AFE2-D7A7-9AC424E1C4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9750" y="303033"/>
            <a:ext cx="11755539" cy="658359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5314B89-7FBD-D203-7F94-9A46893D23A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9751" y="1371601"/>
            <a:ext cx="11755539" cy="4924424"/>
          </a:xfrm>
        </p:spPr>
        <p:txBody>
          <a:bodyPr>
            <a:normAutofit/>
          </a:bodyPr>
          <a:lstStyle>
            <a:lvl1pPr>
              <a:defRPr sz="2400">
                <a:latin typeface="+mn-lt"/>
              </a:defRPr>
            </a:lvl1pPr>
            <a:lvl2pPr>
              <a:defRPr sz="2000">
                <a:latin typeface="+mn-lt"/>
              </a:defRPr>
            </a:lvl2pPr>
            <a:lvl3pPr>
              <a:defRPr sz="1800">
                <a:latin typeface="+mn-lt"/>
              </a:defRPr>
            </a:lvl3pPr>
            <a:lvl4pPr>
              <a:defRPr sz="1600">
                <a:latin typeface="+mn-lt"/>
              </a:defRPr>
            </a:lvl4pPr>
            <a:lvl5pPr>
              <a:defRPr sz="1600">
                <a:latin typeface="+mn-lt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ABB261E-9F25-42CF-5A85-49EE0CBEC3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819035" y="6390012"/>
            <a:ext cx="1136254" cy="303722"/>
          </a:xfrm>
        </p:spPr>
        <p:txBody>
          <a:bodyPr/>
          <a:lstStyle>
            <a:lvl1pPr algn="r">
              <a:defRPr/>
            </a:lvl1pPr>
          </a:lstStyle>
          <a:p>
            <a:fld id="{809018B1-3A62-43BC-AB0B-949CA5A72272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A7EA7C8-EE9A-D73C-8D18-39C4BDF52D43}"/>
              </a:ext>
            </a:extLst>
          </p:cNvPr>
          <p:cNvSpPr txBox="1"/>
          <p:nvPr userDrawn="1"/>
        </p:nvSpPr>
        <p:spPr>
          <a:xfrm>
            <a:off x="3048000" y="6451028"/>
            <a:ext cx="6096000" cy="2769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pPr lvl="0"/>
            <a:r>
              <a:rPr lang="en-US" dirty="0"/>
              <a:t>© PSR</a:t>
            </a:r>
          </a:p>
        </p:txBody>
      </p:sp>
      <p:pic>
        <p:nvPicPr>
          <p:cNvPr id="11" name="Picture 10" descr="A triangle with lines and dots&#10;&#10;Description automatically generated">
            <a:extLst>
              <a:ext uri="{FF2B5EF4-FFF2-40B4-BE49-F238E27FC236}">
                <a16:creationId xmlns:a16="http://schemas.microsoft.com/office/drawing/2014/main" id="{31F7C503-C8B3-7F85-B2F3-5714E158FA3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750" y="6396923"/>
            <a:ext cx="612390" cy="296811"/>
          </a:xfrm>
          <a:prstGeom prst="rect">
            <a:avLst/>
          </a:prstGeom>
        </p:spPr>
      </p:pic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C9150549-795D-B3C4-C4E4-49CAECFBB78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00023" y="850900"/>
            <a:ext cx="11792225" cy="520701"/>
          </a:xfrm>
        </p:spPr>
        <p:txBody>
          <a:bodyPr>
            <a:normAutofit/>
          </a:bodyPr>
          <a:lstStyle>
            <a:lvl1pPr>
              <a:defRPr lang="en-US" sz="2400" b="0" kern="1200" dirty="0" smtClean="0">
                <a:solidFill>
                  <a:schemeClr val="accent6"/>
                </a:solidFill>
                <a:latin typeface="+mn-lt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3608120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9FA7EAE-3CA9-C039-B807-5601345FB67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99751" y="633412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  <a:latin typeface="Myriad Pro" panose="020B0503030403020204" pitchFamily="34" charset="0"/>
              </a:defRPr>
            </a:lvl1pPr>
          </a:lstStyle>
          <a:p>
            <a:fld id="{809018B1-3A62-43BC-AB0B-949CA5A72272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AD8258D-C1B7-2CD5-8D3B-1EAEB6E38A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9750" y="176033"/>
            <a:ext cx="11755539" cy="658359"/>
          </a:xfrm>
          <a:prstGeom prst="rect">
            <a:avLst/>
          </a:prstGeom>
        </p:spPr>
        <p:txBody>
          <a:bodyPr>
            <a:normAutofit/>
          </a:bodyPr>
          <a:lstStyle/>
          <a:p>
            <a:pPr marL="0" lvl="0"/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1B2D668-DCF3-5A87-BE4C-6D7D176F7C4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99751" y="1027182"/>
            <a:ext cx="11755539" cy="51497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02045384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9" r:id="rId1"/>
    <p:sldLayoutId id="2147483671" r:id="rId2"/>
    <p:sldLayoutId id="2147483672" r:id="rId3"/>
    <p:sldLayoutId id="2147483663" r:id="rId4"/>
    <p:sldLayoutId id="2147483675" r:id="rId5"/>
    <p:sldLayoutId id="2147483662" r:id="rId6"/>
    <p:sldLayoutId id="2147483673" r:id="rId7"/>
    <p:sldLayoutId id="2147483650" r:id="rId8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lang="en-US" sz="3600" b="1" kern="1200" smtClean="0">
          <a:solidFill>
            <a:srgbClr val="20324C"/>
          </a:solidFill>
          <a:latin typeface="Myriad Pro" panose="020B0503030403020204" pitchFamily="34" charset="0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None/>
        <a:defRPr sz="2400" kern="1200">
          <a:solidFill>
            <a:schemeClr val="tx1"/>
          </a:solidFill>
          <a:latin typeface="+mj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j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j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j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j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8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5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6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8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8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7" Type="http://schemas.openxmlformats.org/officeDocument/2006/relationships/image" Target="../media/image23.svg"/><Relationship Id="rId2" Type="http://schemas.openxmlformats.org/officeDocument/2006/relationships/hyperlink" Target="https://www.psr-inc.com/" TargetMode="Externa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22.png"/><Relationship Id="rId5" Type="http://schemas.openxmlformats.org/officeDocument/2006/relationships/image" Target="../media/image2.png"/><Relationship Id="rId4" Type="http://schemas.openxmlformats.org/officeDocument/2006/relationships/image" Target="../media/image2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0C573D-30AC-D162-8C9B-E20630FD8A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C483DBCB-6313-731F-50EC-AA6E8832C51D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/>
        <p:txBody>
          <a:bodyPr/>
          <a:lstStyle/>
          <a:p>
            <a:endParaRPr lang="pt-BR" noProof="0" dirty="0"/>
          </a:p>
        </p:txBody>
      </p:sp>
      <p:sp>
        <p:nvSpPr>
          <p:cNvPr id="14" name="Text Placeholder 7">
            <a:extLst>
              <a:ext uri="{FF2B5EF4-FFF2-40B4-BE49-F238E27FC236}">
                <a16:creationId xmlns:a16="http://schemas.microsoft.com/office/drawing/2014/main" id="{788E54B4-6190-F9E6-FD36-3F56CC95798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96685" y="3038761"/>
            <a:ext cx="6975922" cy="1089529"/>
          </a:xfrm>
        </p:spPr>
        <p:txBody>
          <a:bodyPr/>
          <a:lstStyle/>
          <a:p>
            <a:r>
              <a:rPr lang="pt-BR" noProof="0" dirty="0"/>
              <a:t>Marcelo Cruz</a:t>
            </a:r>
            <a:br>
              <a:rPr lang="pt-BR" noProof="0" dirty="0"/>
            </a:br>
            <a:br>
              <a:rPr lang="pt-BR" noProof="0" dirty="0"/>
            </a:br>
            <a:endParaRPr lang="pt-BR" noProof="0" dirty="0"/>
          </a:p>
        </p:txBody>
      </p:sp>
      <p:sp>
        <p:nvSpPr>
          <p:cNvPr id="15" name="Title 1">
            <a:extLst>
              <a:ext uri="{FF2B5EF4-FFF2-40B4-BE49-F238E27FC236}">
                <a16:creationId xmlns:a16="http://schemas.microsoft.com/office/drawing/2014/main" id="{807B732C-DCB3-C1F8-19C9-CD8BA855809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96685" y="1980937"/>
            <a:ext cx="6286821" cy="535531"/>
          </a:xfrm>
        </p:spPr>
        <p:txBody>
          <a:bodyPr/>
          <a:lstStyle/>
          <a:p>
            <a:r>
              <a:rPr lang="pt-BR" sz="3200" noProof="0" dirty="0"/>
              <a:t>HD5 e outros formatos de dados</a:t>
            </a:r>
          </a:p>
        </p:txBody>
      </p:sp>
      <p:sp>
        <p:nvSpPr>
          <p:cNvPr id="16" name="Text Placeholder 3">
            <a:extLst>
              <a:ext uri="{FF2B5EF4-FFF2-40B4-BE49-F238E27FC236}">
                <a16:creationId xmlns:a16="http://schemas.microsoft.com/office/drawing/2014/main" id="{4FC3A6F6-E2E3-9863-EA87-730453205A18}"/>
              </a:ext>
            </a:extLst>
          </p:cNvPr>
          <p:cNvSpPr txBox="1">
            <a:spLocks/>
          </p:cNvSpPr>
          <p:nvPr/>
        </p:nvSpPr>
        <p:spPr>
          <a:xfrm>
            <a:off x="696685" y="5014174"/>
            <a:ext cx="6975922" cy="400110"/>
          </a:xfrm>
          <a:prstGeom prst="rect">
            <a:avLst/>
          </a:prstGeom>
          <a:noFill/>
        </p:spPr>
        <p:txBody>
          <a:bodyPr vert="horz" wrap="square" lIns="91440" tIns="45720" rIns="91440" bIns="45720" rtlCol="0">
            <a:sp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lang="en-US" sz="2400" b="1" kern="1200" dirty="0">
                <a:solidFill>
                  <a:schemeClr val="accent5">
                    <a:lumMod val="60000"/>
                    <a:lumOff val="40000"/>
                  </a:schemeClr>
                </a:solidFill>
                <a:latin typeface="+mj-lt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</a:pPr>
            <a:r>
              <a:rPr lang="pt-BR" sz="2000" b="0" dirty="0">
                <a:solidFill>
                  <a:schemeClr val="accent3">
                    <a:lumMod val="40000"/>
                    <a:lumOff val="60000"/>
                  </a:schemeClr>
                </a:solidFill>
              </a:rPr>
              <a:t>6 de Outubro </a:t>
            </a:r>
            <a:r>
              <a:rPr lang="pt-BR" sz="2000" b="0" noProof="0" dirty="0">
                <a:solidFill>
                  <a:schemeClr val="accent3">
                    <a:lumMod val="40000"/>
                    <a:lumOff val="60000"/>
                  </a:schemeClr>
                </a:solidFill>
              </a:rPr>
              <a:t>2025</a:t>
            </a: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A2388615-DC46-7948-7732-62B39F809E21}"/>
              </a:ext>
            </a:extLst>
          </p:cNvPr>
          <p:cNvCxnSpPr>
            <a:cxnSpLocks/>
          </p:cNvCxnSpPr>
          <p:nvPr/>
        </p:nvCxnSpPr>
        <p:spPr>
          <a:xfrm>
            <a:off x="782320" y="3434563"/>
            <a:ext cx="7420386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Subtitle 2">
            <a:extLst>
              <a:ext uri="{FF2B5EF4-FFF2-40B4-BE49-F238E27FC236}">
                <a16:creationId xmlns:a16="http://schemas.microsoft.com/office/drawing/2014/main" id="{CA909F71-729B-3415-ECA0-B9532D85211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96685" y="1437849"/>
            <a:ext cx="8698327" cy="535531"/>
          </a:xfrm>
        </p:spPr>
        <p:txBody>
          <a:bodyPr/>
          <a:lstStyle/>
          <a:p>
            <a:endParaRPr lang="pt-BR" sz="3200" noProof="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F5A0EA8-A306-64B5-108A-60453A5837EF}"/>
              </a:ext>
            </a:extLst>
          </p:cNvPr>
          <p:cNvSpPr txBox="1"/>
          <p:nvPr/>
        </p:nvSpPr>
        <p:spPr>
          <a:xfrm>
            <a:off x="942975" y="4571999"/>
            <a:ext cx="7420386" cy="7286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pt-BR" noProof="0" dirty="0"/>
          </a:p>
        </p:txBody>
      </p:sp>
    </p:spTree>
    <p:extLst>
      <p:ext uri="{BB962C8B-B14F-4D97-AF65-F5344CB8AC3E}">
        <p14:creationId xmlns:p14="http://schemas.microsoft.com/office/powerpoint/2010/main" val="24367340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D6131DDE-C22C-9B2E-BC67-4440072DCF0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pt-BR" noProof="0" dirty="0" err="1"/>
              <a:t>Outline</a:t>
            </a:r>
            <a:endParaRPr lang="pt-BR" noProof="0" dirty="0"/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AB4BA2F7-09BC-9BB4-8D2F-FB760E8D84A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36732019"/>
              </p:ext>
            </p:extLst>
          </p:nvPr>
        </p:nvGraphicFramePr>
        <p:xfrm>
          <a:off x="4276725" y="1400714"/>
          <a:ext cx="7326269" cy="49476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326269">
                  <a:extLst>
                    <a:ext uri="{9D8B030D-6E8A-4147-A177-3AD203B41FA5}">
                      <a16:colId xmlns:a16="http://schemas.microsoft.com/office/drawing/2014/main" val="3760559414"/>
                    </a:ext>
                  </a:extLst>
                </a:gridCol>
              </a:tblGrid>
              <a:tr h="494761">
                <a:tc>
                  <a:txBody>
                    <a:bodyPr/>
                    <a:lstStyle/>
                    <a:p>
                      <a:pPr marL="0" indent="180975" algn="l"/>
                      <a:r>
                        <a:rPr lang="pt-BR" sz="1800" b="1" noProof="0" dirty="0">
                          <a:solidFill>
                            <a:schemeClr val="accent1"/>
                          </a:solidFill>
                          <a:latin typeface="+mn-lt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Motivação</a:t>
                      </a:r>
                    </a:p>
                  </a:txBody>
                  <a:tcPr anchor="ctr">
                    <a:lnL w="571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96848749"/>
                  </a:ext>
                </a:extLst>
              </a:tr>
            </a:tbl>
          </a:graphicData>
        </a:graphic>
      </p:graphicFrame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E925E956-F6B0-F348-0305-B5AE9586517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9701680"/>
              </p:ext>
            </p:extLst>
          </p:nvPr>
        </p:nvGraphicFramePr>
        <p:xfrm>
          <a:off x="4276724" y="2116533"/>
          <a:ext cx="7326269" cy="49476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326269">
                  <a:extLst>
                    <a:ext uri="{9D8B030D-6E8A-4147-A177-3AD203B41FA5}">
                      <a16:colId xmlns:a16="http://schemas.microsoft.com/office/drawing/2014/main" val="3760559414"/>
                    </a:ext>
                  </a:extLst>
                </a:gridCol>
              </a:tblGrid>
              <a:tr h="494761">
                <a:tc>
                  <a:txBody>
                    <a:bodyPr/>
                    <a:lstStyle/>
                    <a:p>
                      <a:pPr marL="0" indent="180975" algn="l"/>
                      <a:r>
                        <a:rPr lang="pt-BR" sz="1800" b="1" noProof="0" dirty="0">
                          <a:solidFill>
                            <a:schemeClr val="accent1"/>
                          </a:solidFill>
                          <a:latin typeface="+mn-lt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Background</a:t>
                      </a:r>
                    </a:p>
                  </a:txBody>
                  <a:tcPr anchor="ctr">
                    <a:lnL w="571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96848749"/>
                  </a:ext>
                </a:extLst>
              </a:tr>
            </a:tbl>
          </a:graphicData>
        </a:graphic>
      </p:graphicFrame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BC3622F6-B520-A4A0-CECA-82A2104125D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1944004"/>
              </p:ext>
            </p:extLst>
          </p:nvPr>
        </p:nvGraphicFramePr>
        <p:xfrm>
          <a:off x="4276726" y="2832352"/>
          <a:ext cx="4676774" cy="49476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676774">
                  <a:extLst>
                    <a:ext uri="{9D8B030D-6E8A-4147-A177-3AD203B41FA5}">
                      <a16:colId xmlns:a16="http://schemas.microsoft.com/office/drawing/2014/main" val="3760559414"/>
                    </a:ext>
                  </a:extLst>
                </a:gridCol>
              </a:tblGrid>
              <a:tr h="494761">
                <a:tc>
                  <a:txBody>
                    <a:bodyPr/>
                    <a:lstStyle/>
                    <a:p>
                      <a:pPr marL="0" indent="180975" algn="l"/>
                      <a:r>
                        <a:rPr lang="pt-BR" sz="1800" b="1" noProof="0" dirty="0">
                          <a:solidFill>
                            <a:schemeClr val="accent1"/>
                          </a:solidFill>
                          <a:latin typeface="+mn-lt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HDF5</a:t>
                      </a:r>
                    </a:p>
                  </a:txBody>
                  <a:tcPr anchor="ctr">
                    <a:lnL w="571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96848749"/>
                  </a:ext>
                </a:extLst>
              </a:tr>
            </a:tbl>
          </a:graphicData>
        </a:graphic>
      </p:graphicFrame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6F34184B-01B6-0CDF-1F1A-E350BFA28BC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42936472"/>
              </p:ext>
            </p:extLst>
          </p:nvPr>
        </p:nvGraphicFramePr>
        <p:xfrm>
          <a:off x="4276726" y="3548171"/>
          <a:ext cx="7326270" cy="49476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326270">
                  <a:extLst>
                    <a:ext uri="{9D8B030D-6E8A-4147-A177-3AD203B41FA5}">
                      <a16:colId xmlns:a16="http://schemas.microsoft.com/office/drawing/2014/main" val="3760559414"/>
                    </a:ext>
                  </a:extLst>
                </a:gridCol>
              </a:tblGrid>
              <a:tr h="494761">
                <a:tc>
                  <a:txBody>
                    <a:bodyPr/>
                    <a:lstStyle/>
                    <a:p>
                      <a:pPr marL="0" indent="180975" algn="l"/>
                      <a:r>
                        <a:rPr lang="pt-BR" sz="1800" b="1" noProof="0" dirty="0" err="1">
                          <a:solidFill>
                            <a:schemeClr val="accent1"/>
                          </a:solidFill>
                          <a:latin typeface="+mn-lt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Lab</a:t>
                      </a:r>
                      <a:r>
                        <a:rPr lang="pt-BR" sz="1800" b="1" noProof="0" dirty="0">
                          <a:solidFill>
                            <a:schemeClr val="accent1"/>
                          </a:solidFill>
                          <a:latin typeface="+mn-lt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 HDF5</a:t>
                      </a:r>
                    </a:p>
                  </a:txBody>
                  <a:tcPr anchor="ctr">
                    <a:lnL w="571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96848749"/>
                  </a:ext>
                </a:extLst>
              </a:tr>
            </a:tbl>
          </a:graphicData>
        </a:graphic>
      </p:graphicFrame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48CF43CA-973D-A726-C58E-479ABFD916F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87578544"/>
              </p:ext>
            </p:extLst>
          </p:nvPr>
        </p:nvGraphicFramePr>
        <p:xfrm>
          <a:off x="4276725" y="4263990"/>
          <a:ext cx="6355415" cy="49476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355415">
                  <a:extLst>
                    <a:ext uri="{9D8B030D-6E8A-4147-A177-3AD203B41FA5}">
                      <a16:colId xmlns:a16="http://schemas.microsoft.com/office/drawing/2014/main" val="3760559414"/>
                    </a:ext>
                  </a:extLst>
                </a:gridCol>
              </a:tblGrid>
              <a:tr h="494761">
                <a:tc>
                  <a:txBody>
                    <a:bodyPr/>
                    <a:lstStyle/>
                    <a:p>
                      <a:pPr marL="0" marR="0" lvl="0" indent="180975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800" b="1" noProof="0" dirty="0">
                          <a:solidFill>
                            <a:schemeClr val="accent1"/>
                          </a:solidFill>
                          <a:latin typeface="+mn-lt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Resposta do desafio e Q&amp;A</a:t>
                      </a:r>
                    </a:p>
                  </a:txBody>
                  <a:tcPr anchor="ctr">
                    <a:lnL w="5715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9684874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175265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265CD3C2-F68E-FDF5-4E39-AB48BB117AC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pt-BR" noProof="0" dirty="0"/>
              <a:t>Motivação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C6A1872-8F6D-821F-0089-ACD6EC133745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 lang="pt-BR" noProof="0" dirty="0"/>
          </a:p>
        </p:txBody>
      </p:sp>
    </p:spTree>
    <p:extLst>
      <p:ext uri="{BB962C8B-B14F-4D97-AF65-F5344CB8AC3E}">
        <p14:creationId xmlns:p14="http://schemas.microsoft.com/office/powerpoint/2010/main" val="126694634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07647D-8A93-5886-2C3D-FDE2D02C67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pt-BR" sz="3600" b="1" noProof="0" dirty="0">
                <a:solidFill>
                  <a:schemeClr val="accent1"/>
                </a:solidFill>
                <a:latin typeface="+mn-lt"/>
                <a:ea typeface="Open Sans" panose="020B0606030504020204" pitchFamily="34" charset="0"/>
                <a:cs typeface="Open Sans" panose="020B0606030504020204" pitchFamily="34" charset="0"/>
              </a:rPr>
              <a:t>Motivação</a:t>
            </a:r>
            <a:endParaRPr lang="pt-BR" noProof="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0725E83-1EB6-5554-4E65-BB26A13ADB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9018B1-3A62-43BC-AB0B-949CA5A72272}" type="slidenum">
              <a:rPr lang="pt-BR" noProof="0" smtClean="0"/>
              <a:pPr/>
              <a:t>4</a:t>
            </a:fld>
            <a:endParaRPr lang="pt-BR" noProof="0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D4A575A-FC8F-A087-E4AC-F8DD8D7A515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pPr algn="ctr"/>
            <a:r>
              <a:rPr lang="pt-BR" noProof="0" dirty="0"/>
              <a:t>Desafio e objetivos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3EE3883-2237-8F26-F64D-656F6B6CE06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48300" y="1130676"/>
            <a:ext cx="6402631" cy="5165350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1FD8A7AA-A6A2-9734-253E-5E93DD6A9B5A}"/>
              </a:ext>
            </a:extLst>
          </p:cNvPr>
          <p:cNvSpPr txBox="1"/>
          <p:nvPr/>
        </p:nvSpPr>
        <p:spPr>
          <a:xfrm>
            <a:off x="5619750" y="1964578"/>
            <a:ext cx="6096000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pt-BR" b="1" dirty="0"/>
              <a:t>Objetivo 1:</a:t>
            </a:r>
            <a:r>
              <a:rPr lang="pt-BR" dirty="0"/>
              <a:t> Deixar clara a diferença entre formato de dados e base de dados.</a:t>
            </a:r>
          </a:p>
          <a:p>
            <a:endParaRPr lang="pt-BR" dirty="0"/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pt-BR" b="1" dirty="0"/>
              <a:t>Objetivo 2:</a:t>
            </a:r>
            <a:r>
              <a:rPr lang="pt-BR" dirty="0"/>
              <a:t> Alinhar o conhecimento da equipe.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endParaRPr lang="pt-BR" dirty="0"/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pt-BR" b="1" dirty="0"/>
              <a:t>Desafio:</a:t>
            </a:r>
            <a:r>
              <a:rPr lang="pt-BR" dirty="0"/>
              <a:t> Ao final da apresentação, decidir qual é o melhor formato de dados e qual é a melhor base de dados para o nosso caso.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endParaRPr lang="pt-BR" noProof="0" dirty="0"/>
          </a:p>
        </p:txBody>
      </p:sp>
      <p:pic>
        <p:nvPicPr>
          <p:cNvPr id="11" name="Content Placeholder 10" descr="A person thinking with a light bulb above his head&#10;&#10;AI-generated content may be incorrect.">
            <a:extLst>
              <a:ext uri="{FF2B5EF4-FFF2-40B4-BE49-F238E27FC236}">
                <a16:creationId xmlns:a16="http://schemas.microsoft.com/office/drawing/2014/main" id="{49D35178-2F83-648F-7646-352E75E78BE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1014" y="1418594"/>
            <a:ext cx="3346521" cy="5019782"/>
          </a:xfrm>
        </p:spPr>
      </p:pic>
    </p:spTree>
    <p:extLst>
      <p:ext uri="{BB962C8B-B14F-4D97-AF65-F5344CB8AC3E}">
        <p14:creationId xmlns:p14="http://schemas.microsoft.com/office/powerpoint/2010/main" val="382693491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404EB32B-53C4-93FC-698B-B0CF5FC88A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661DAF03-3966-CB6C-8067-195B42867DE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pt-BR" sz="6000" b="1" noProof="0" dirty="0">
                <a:solidFill>
                  <a:schemeClr val="accent1"/>
                </a:solidFill>
                <a:latin typeface="+mn-lt"/>
                <a:ea typeface="Open Sans" panose="020B0606030504020204" pitchFamily="34" charset="0"/>
                <a:cs typeface="Open Sans" panose="020B0606030504020204" pitchFamily="34" charset="0"/>
              </a:rPr>
              <a:t>Background</a:t>
            </a:r>
            <a:endParaRPr lang="pt-BR" noProof="0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E943DA9-D202-F296-E691-A8F98A5FF86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 lang="pt-BR" noProof="0" dirty="0"/>
          </a:p>
        </p:txBody>
      </p:sp>
    </p:spTree>
    <p:extLst>
      <p:ext uri="{BB962C8B-B14F-4D97-AF65-F5344CB8AC3E}">
        <p14:creationId xmlns:p14="http://schemas.microsoft.com/office/powerpoint/2010/main" val="61492735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3307E9-928A-7AF0-60D4-BE5ECE10EC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066B41-7EF2-571B-893F-3C2AE5B153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pt-BR" b="1" noProof="0" dirty="0">
                <a:solidFill>
                  <a:schemeClr val="accent1"/>
                </a:solidFill>
                <a:latin typeface="+mn-lt"/>
                <a:ea typeface="Open Sans" panose="020B0606030504020204" pitchFamily="34" charset="0"/>
                <a:cs typeface="Open Sans" panose="020B0606030504020204" pitchFamily="34" charset="0"/>
              </a:rPr>
              <a:t>Background</a:t>
            </a:r>
            <a:endParaRPr lang="pt-BR" noProof="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37C9BAA-FD64-58E3-CD1A-790C426ABA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9018B1-3A62-43BC-AB0B-949CA5A72272}" type="slidenum">
              <a:rPr lang="pt-BR" noProof="0" smtClean="0"/>
              <a:pPr/>
              <a:t>6</a:t>
            </a:fld>
            <a:endParaRPr lang="pt-BR" noProof="0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F808ADE-FC3A-7FE4-F102-7C0B690362B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pPr algn="ctr"/>
            <a:r>
              <a:rPr lang="pt-BR" noProof="0" dirty="0"/>
              <a:t>As aplicações e seus diferentes workflows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976DBB1-CC75-07F1-3DDB-775EFC911CF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40782" y="559176"/>
            <a:ext cx="6402631" cy="5165350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18C11291-2BF3-C14B-2D42-D4775FACEF3C}"/>
              </a:ext>
            </a:extLst>
          </p:cNvPr>
          <p:cNvSpPr txBox="1"/>
          <p:nvPr/>
        </p:nvSpPr>
        <p:spPr>
          <a:xfrm>
            <a:off x="1042096" y="4067256"/>
            <a:ext cx="305492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2400" b="1" dirty="0"/>
              <a:t>OPTGEN</a:t>
            </a:r>
            <a:br>
              <a:rPr lang="pt-BR" sz="2400" b="1" dirty="0"/>
            </a:br>
            <a:r>
              <a:rPr lang="pt-BR" sz="2400" b="1" dirty="0"/>
              <a:t>NCP</a:t>
            </a:r>
            <a:br>
              <a:rPr lang="pt-BR" sz="2400" b="1" dirty="0"/>
            </a:br>
            <a:r>
              <a:rPr lang="pt-BR" sz="2400" b="1" dirty="0"/>
              <a:t>TSL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B49DC61-BEC8-5EFC-FDB3-33DDA236CA15}"/>
              </a:ext>
            </a:extLst>
          </p:cNvPr>
          <p:cNvSpPr txBox="1"/>
          <p:nvPr/>
        </p:nvSpPr>
        <p:spPr>
          <a:xfrm>
            <a:off x="7640782" y="4067256"/>
            <a:ext cx="216130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2400" b="1" dirty="0"/>
              <a:t>SDDP</a:t>
            </a:r>
          </a:p>
        </p:txBody>
      </p:sp>
      <p:pic>
        <p:nvPicPr>
          <p:cNvPr id="1030" name="Picture 6">
            <a:extLst>
              <a:ext uri="{FF2B5EF4-FFF2-40B4-BE49-F238E27FC236}">
                <a16:creationId xmlns:a16="http://schemas.microsoft.com/office/drawing/2014/main" id="{6C5784D9-E2C1-360D-CC37-0D6BFB42EB45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3973" y="1841868"/>
            <a:ext cx="4591174" cy="15040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>
            <a:extLst>
              <a:ext uri="{FF2B5EF4-FFF2-40B4-BE49-F238E27FC236}">
                <a16:creationId xmlns:a16="http://schemas.microsoft.com/office/drawing/2014/main" id="{B6F6AA42-2886-4FE3-C3CC-C31C5F4DE2A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08036" y="1800305"/>
            <a:ext cx="5553075" cy="19907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616792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13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5D3630-6323-5CD2-7240-D688C52C4D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53DF65-C858-AB22-9F1D-8FCD4B7F55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pt-BR" b="1" noProof="0" dirty="0">
                <a:solidFill>
                  <a:schemeClr val="accent1"/>
                </a:solidFill>
                <a:latin typeface="+mn-lt"/>
                <a:ea typeface="Open Sans" panose="020B0606030504020204" pitchFamily="34" charset="0"/>
                <a:cs typeface="Open Sans" panose="020B0606030504020204" pitchFamily="34" charset="0"/>
              </a:rPr>
              <a:t>Background</a:t>
            </a:r>
            <a:endParaRPr lang="pt-BR" noProof="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81641D9-2476-9FD1-F0C9-724492E9BE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9018B1-3A62-43BC-AB0B-949CA5A72272}" type="slidenum">
              <a:rPr lang="pt-BR" noProof="0" smtClean="0"/>
              <a:pPr/>
              <a:t>7</a:t>
            </a:fld>
            <a:endParaRPr lang="pt-BR" noProof="0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3EBB2F6-E6C6-3932-B507-8ACB802A1C2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pPr algn="ctr"/>
            <a:r>
              <a:rPr lang="pt-BR" noProof="0" dirty="0"/>
              <a:t>As aplicações e seus diferentes workflows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4C22C86-9070-9C44-2EE8-69000ABE6B9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40782" y="559176"/>
            <a:ext cx="6402631" cy="5165350"/>
          </a:xfrm>
          <a:prstGeom prst="rect">
            <a:avLst/>
          </a:prstGeom>
        </p:spPr>
      </p:pic>
      <p:pic>
        <p:nvPicPr>
          <p:cNvPr id="9" name="Content Placeholder 8" descr="A graph of a number of different colored bars&#10;&#10;AI-generated content may be incorrect.">
            <a:extLst>
              <a:ext uri="{FF2B5EF4-FFF2-40B4-BE49-F238E27FC236}">
                <a16:creationId xmlns:a16="http://schemas.microsoft.com/office/drawing/2014/main" id="{CE4A5391-F828-BC49-BFE6-C302ADF893C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37854" y="1253116"/>
            <a:ext cx="8749146" cy="5426687"/>
          </a:xfrm>
        </p:spPr>
      </p:pic>
    </p:spTree>
    <p:extLst>
      <p:ext uri="{BB962C8B-B14F-4D97-AF65-F5344CB8AC3E}">
        <p14:creationId xmlns:p14="http://schemas.microsoft.com/office/powerpoint/2010/main" val="200851514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A91783-2D3E-D571-7B4E-942F0BFF0C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476A37-06D0-5896-8FC0-5CF96157C2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pt-BR" b="1" noProof="0" dirty="0">
                <a:solidFill>
                  <a:schemeClr val="accent1"/>
                </a:solidFill>
                <a:latin typeface="+mn-lt"/>
                <a:ea typeface="Open Sans" panose="020B0606030504020204" pitchFamily="34" charset="0"/>
                <a:cs typeface="Open Sans" panose="020B0606030504020204" pitchFamily="34" charset="0"/>
              </a:rPr>
              <a:t>Background</a:t>
            </a:r>
            <a:endParaRPr lang="pt-BR" noProof="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8D120C5-C7DF-A6D3-5751-2204203C0B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9018B1-3A62-43BC-AB0B-949CA5A72272}" type="slidenum">
              <a:rPr lang="pt-BR" noProof="0" smtClean="0"/>
              <a:pPr/>
              <a:t>8</a:t>
            </a:fld>
            <a:endParaRPr lang="pt-BR" noProof="0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857F098-89A8-4B23-5308-6F61A2C0F2F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pPr algn="ctr"/>
            <a:r>
              <a:rPr lang="pt-BR" noProof="0" dirty="0"/>
              <a:t>As aplicações e seus diferentes workflows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07A7C03-6AEB-6D12-CCAF-1CA00202761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40782" y="559176"/>
            <a:ext cx="6402631" cy="5165350"/>
          </a:xfrm>
          <a:prstGeom prst="rect">
            <a:avLst/>
          </a:prstGeom>
        </p:spPr>
      </p:pic>
      <p:pic>
        <p:nvPicPr>
          <p:cNvPr id="8" name="Picture 4">
            <a:extLst>
              <a:ext uri="{FF2B5EF4-FFF2-40B4-BE49-F238E27FC236}">
                <a16:creationId xmlns:a16="http://schemas.microsoft.com/office/drawing/2014/main" id="{6863DFDE-95BA-A352-1D77-005779CDE27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267428" y="2214563"/>
            <a:ext cx="5648325" cy="1619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>
            <a:extLst>
              <a:ext uri="{FF2B5EF4-FFF2-40B4-BE49-F238E27FC236}">
                <a16:creationId xmlns:a16="http://schemas.microsoft.com/office/drawing/2014/main" id="{BE47EE37-7E79-AAC5-916E-78F1ECE60F06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0" y="2159261"/>
            <a:ext cx="4520718" cy="16745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609864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6DE17B-A3BC-33F2-72D4-645B9EDA3E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415AFA-ADA7-7804-318A-AB4C3F2D18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pt-BR" b="1" noProof="0" dirty="0">
                <a:solidFill>
                  <a:schemeClr val="accent1"/>
                </a:solidFill>
                <a:latin typeface="+mn-lt"/>
                <a:ea typeface="Open Sans" panose="020B0606030504020204" pitchFamily="34" charset="0"/>
                <a:cs typeface="Open Sans" panose="020B0606030504020204" pitchFamily="34" charset="0"/>
              </a:rPr>
              <a:t>Background</a:t>
            </a:r>
            <a:endParaRPr lang="pt-BR" noProof="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58E499C-F8DE-568C-4B2E-685CC1D990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9018B1-3A62-43BC-AB0B-949CA5A72272}" type="slidenum">
              <a:rPr lang="pt-BR" noProof="0" smtClean="0"/>
              <a:pPr/>
              <a:t>9</a:t>
            </a:fld>
            <a:endParaRPr lang="pt-BR" noProof="0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4C33C82-DD4C-5B0E-F195-D7376229DE2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pPr algn="ctr"/>
            <a:r>
              <a:rPr lang="pt-BR" dirty="0"/>
              <a:t>O mundo é orientado a objetos?</a:t>
            </a:r>
            <a:endParaRPr lang="pt-BR" noProof="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FB6DB03-0F28-03E8-5CF1-F7C5AF92E7C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40782" y="559176"/>
            <a:ext cx="6402631" cy="5165350"/>
          </a:xfrm>
          <a:prstGeom prst="rect">
            <a:avLst/>
          </a:prstGeom>
        </p:spPr>
      </p:pic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6404FEAD-8624-C438-A29B-6D55773DC14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pt-BR"/>
          </a:p>
        </p:txBody>
      </p:sp>
      <p:pic>
        <p:nvPicPr>
          <p:cNvPr id="2052" name="Picture 4">
            <a:extLst>
              <a:ext uri="{FF2B5EF4-FFF2-40B4-BE49-F238E27FC236}">
                <a16:creationId xmlns:a16="http://schemas.microsoft.com/office/drawing/2014/main" id="{A1EDC98B-FE36-C8BF-6EC8-C40A5B3A5F1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81225" y="2495550"/>
            <a:ext cx="7829550" cy="18669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4268243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0F9767-1707-9162-F6FF-880D5B2187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9B7CA5-D785-59F9-A918-3B9BC85CC4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pt-BR" b="1" noProof="0" dirty="0">
                <a:solidFill>
                  <a:schemeClr val="accent1"/>
                </a:solidFill>
                <a:latin typeface="+mn-lt"/>
                <a:ea typeface="Open Sans" panose="020B0606030504020204" pitchFamily="34" charset="0"/>
                <a:cs typeface="Open Sans" panose="020B0606030504020204" pitchFamily="34" charset="0"/>
              </a:rPr>
              <a:t>Background</a:t>
            </a:r>
            <a:endParaRPr lang="pt-BR" noProof="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5A5581C-527C-DE61-960E-17545A2BFB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9018B1-3A62-43BC-AB0B-949CA5A72272}" type="slidenum">
              <a:rPr lang="pt-BR" noProof="0" smtClean="0"/>
              <a:pPr/>
              <a:t>10</a:t>
            </a:fld>
            <a:endParaRPr lang="pt-BR" noProof="0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AABC170-AD2D-8420-12C4-A879151E288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pPr algn="ctr"/>
            <a:r>
              <a:rPr lang="pt-BR" noProof="0" dirty="0"/>
              <a:t>Primeira implementação com CSV</a:t>
            </a:r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97D1924E-4AB6-3988-C89A-5C0984318AA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335687" y="1251368"/>
            <a:ext cx="8751162" cy="861630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E77AF1E4-E7BB-DF31-E250-C4F3B569F43F}"/>
              </a:ext>
            </a:extLst>
          </p:cNvPr>
          <p:cNvSpPr txBox="1"/>
          <p:nvPr/>
        </p:nvSpPr>
        <p:spPr>
          <a:xfrm>
            <a:off x="260802" y="2269895"/>
            <a:ext cx="890093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b="1" dirty="0"/>
              <a:t>Mudança de requisitos 1</a:t>
            </a:r>
            <a:r>
              <a:rPr lang="pt-BR" dirty="0"/>
              <a:t>: incluir o salario.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81E7645B-D13F-4112-0F09-AC660AEFA7F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5687" y="2684007"/>
            <a:ext cx="9579170" cy="853514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6DF4A77A-AF9E-3C4C-BBAA-D8EFF778EC39}"/>
              </a:ext>
            </a:extLst>
          </p:cNvPr>
          <p:cNvSpPr txBox="1"/>
          <p:nvPr/>
        </p:nvSpPr>
        <p:spPr>
          <a:xfrm>
            <a:off x="260802" y="3749216"/>
            <a:ext cx="890093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b="1" dirty="0"/>
              <a:t>Mudança de requisitos 2</a:t>
            </a:r>
            <a:r>
              <a:rPr lang="pt-BR" dirty="0"/>
              <a:t>: suportar  número variável de endereços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29215C06-E974-A851-385E-3B8EE8E120D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5686" y="4303257"/>
            <a:ext cx="11049958" cy="1676545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749174DD-EFB2-DFC9-A825-C9461988B422}"/>
              </a:ext>
            </a:extLst>
          </p:cNvPr>
          <p:cNvSpPr txBox="1"/>
          <p:nvPr/>
        </p:nvSpPr>
        <p:spPr>
          <a:xfrm>
            <a:off x="260802" y="6020680"/>
            <a:ext cx="1104995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b="1" dirty="0"/>
              <a:t>Complicando mais um pouco:</a:t>
            </a:r>
            <a:r>
              <a:rPr lang="pt-BR" dirty="0"/>
              <a:t> Um cliente, cujo idioma é o inglês, que acessar esses dados remotamente.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5EAD3BD1-25E3-C0AC-F18C-CC93E4E3CD27}"/>
              </a:ext>
            </a:extLst>
          </p:cNvPr>
          <p:cNvSpPr txBox="1"/>
          <p:nvPr/>
        </p:nvSpPr>
        <p:spPr>
          <a:xfrm>
            <a:off x="7344315" y="3813882"/>
            <a:ext cx="34747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b="1" dirty="0"/>
              <a:t>PESSOAS_ENDEREÇOS.CSV</a:t>
            </a:r>
          </a:p>
        </p:txBody>
      </p:sp>
    </p:spTree>
    <p:extLst>
      <p:ext uri="{BB962C8B-B14F-4D97-AF65-F5344CB8AC3E}">
        <p14:creationId xmlns:p14="http://schemas.microsoft.com/office/powerpoint/2010/main" val="3296434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3" grpId="0"/>
      <p:bldP spid="16" grpId="0"/>
      <p:bldP spid="17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8ABB16-4D3B-CAF1-C5C0-059C19A74F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D09D2AEB-CB22-9CBB-B927-3A55E854547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pt-BR" noProof="0" dirty="0"/>
              <a:t>HDF5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C4D7411-95CD-46BC-F16B-2265FEC4926D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 lang="pt-BR" noProof="0" dirty="0"/>
          </a:p>
        </p:txBody>
      </p:sp>
    </p:spTree>
    <p:extLst>
      <p:ext uri="{BB962C8B-B14F-4D97-AF65-F5344CB8AC3E}">
        <p14:creationId xmlns:p14="http://schemas.microsoft.com/office/powerpoint/2010/main" val="346304472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FDF968-7D4F-DC18-AF9B-4C55A97D73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41FCE3-A281-289A-CC36-6D12363634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pt-BR" b="1" noProof="0" dirty="0">
                <a:solidFill>
                  <a:schemeClr val="accent1"/>
                </a:solidFill>
                <a:latin typeface="+mn-lt"/>
                <a:ea typeface="Open Sans" panose="020B0606030504020204" pitchFamily="34" charset="0"/>
                <a:cs typeface="Open Sans" panose="020B0606030504020204" pitchFamily="34" charset="0"/>
              </a:rPr>
              <a:t>HDF5</a:t>
            </a:r>
            <a:endParaRPr lang="pt-BR" noProof="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0B92FDB-7BC9-A997-33E7-20DF2F1E73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9018B1-3A62-43BC-AB0B-949CA5A72272}" type="slidenum">
              <a:rPr lang="pt-BR" noProof="0" smtClean="0"/>
              <a:pPr/>
              <a:t>12</a:t>
            </a:fld>
            <a:endParaRPr lang="pt-BR" noProof="0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9B1189A-AB56-6306-A7A6-847186C77D0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pPr algn="ctr"/>
            <a:r>
              <a:rPr lang="pt-BR" dirty="0"/>
              <a:t>Seria HDF5 a bala de prata?</a:t>
            </a:r>
            <a:endParaRPr lang="pt-BR" noProof="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E028E21-7F43-C9CD-8811-947E111506B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40782" y="559176"/>
            <a:ext cx="6402631" cy="5165350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75A7B9E-ED38-365A-D4EE-74AF09FD6ED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38543750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F7DAA4-6977-C117-1464-197C24BBE1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A1C4A4-FAD7-D3E2-3CD1-ACEE5BB897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pt-BR" sz="3600" b="1" noProof="0" dirty="0">
                <a:solidFill>
                  <a:schemeClr val="accent1"/>
                </a:solidFill>
                <a:latin typeface="+mn-lt"/>
                <a:ea typeface="Open Sans" panose="020B0606030504020204" pitchFamily="34" charset="0"/>
                <a:cs typeface="Open Sans" panose="020B0606030504020204" pitchFamily="34" charset="0"/>
              </a:rPr>
              <a:t>Resposta do desafio</a:t>
            </a:r>
            <a:endParaRPr lang="pt-BR" noProof="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589D17E-7B59-FA5C-6439-FB229F59D9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9018B1-3A62-43BC-AB0B-949CA5A72272}" type="slidenum">
              <a:rPr lang="pt-BR" noProof="0" smtClean="0"/>
              <a:pPr/>
              <a:t>13</a:t>
            </a:fld>
            <a:endParaRPr lang="pt-BR" noProof="0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9DAB6EC-3CF1-DFDD-6C6D-4B3F55E7ECB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pPr algn="ctr"/>
            <a:endParaRPr lang="pt-BR" noProof="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752C7F3-F8EF-B723-B8D0-7A2B747F634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48301" y="1130676"/>
            <a:ext cx="6187440" cy="4991744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F7B0C5FE-5302-9810-C6CC-EC6C57400599}"/>
              </a:ext>
            </a:extLst>
          </p:cNvPr>
          <p:cNvSpPr txBox="1"/>
          <p:nvPr/>
        </p:nvSpPr>
        <p:spPr>
          <a:xfrm>
            <a:off x="5619750" y="1964578"/>
            <a:ext cx="6096000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pt-BR" b="1" dirty="0"/>
              <a:t>Não existe uma única “melhor” base de dados ou formato.</a:t>
            </a:r>
            <a:r>
              <a:rPr lang="pt-BR" dirty="0"/>
              <a:t> A escolha depende fortemente do tipo de cenário e dos requisitos específicos do projeto — como volume de dados, necessidade de paralelismo, persistência, escalabilidade e facilidade de integração. Por isso, é fundamental realizar um planejamento cuidadoso e provas de conceito antes da fase de implementação.</a:t>
            </a:r>
            <a:endParaRPr lang="pt-BR" noProof="0" dirty="0"/>
          </a:p>
        </p:txBody>
      </p:sp>
      <p:pic>
        <p:nvPicPr>
          <p:cNvPr id="11" name="Content Placeholder 10" descr="A person thinking with a light bulb above his head&#10;&#10;AI-generated content may be incorrect.">
            <a:extLst>
              <a:ext uri="{FF2B5EF4-FFF2-40B4-BE49-F238E27FC236}">
                <a16:creationId xmlns:a16="http://schemas.microsoft.com/office/drawing/2014/main" id="{041A59F1-EF28-31FD-88FC-90B7949E275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1014" y="1418594"/>
            <a:ext cx="3346521" cy="5019782"/>
          </a:xfrm>
        </p:spPr>
      </p:pic>
    </p:spTree>
    <p:extLst>
      <p:ext uri="{BB962C8B-B14F-4D97-AF65-F5344CB8AC3E}">
        <p14:creationId xmlns:p14="http://schemas.microsoft.com/office/powerpoint/2010/main" val="28132022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8ABB35-6FC1-5A44-00B7-6A96781FD1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 noProof="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3EB914C-75F4-4FB0-2D57-2AC50A3147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9018B1-3A62-43BC-AB0B-949CA5A72272}" type="slidenum">
              <a:rPr lang="pt-BR" noProof="0" smtClean="0"/>
              <a:pPr/>
              <a:t>14</a:t>
            </a:fld>
            <a:endParaRPr lang="pt-BR" noProof="0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50C2B28-A566-764C-CABB-3DCC353321E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pt-BR" noProof="0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1AB69D4-461A-3E4C-ABBC-B1D6C8358A43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81000">
                <a:schemeClr val="accent4"/>
              </a:gs>
              <a:gs pos="0">
                <a:srgbClr val="8AB1B8"/>
              </a:gs>
            </a:gsLst>
            <a:lin ang="108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6339CD8-1A58-D58E-1B7D-F0033501EBE6}"/>
              </a:ext>
            </a:extLst>
          </p:cNvPr>
          <p:cNvSpPr txBox="1"/>
          <p:nvPr/>
        </p:nvSpPr>
        <p:spPr>
          <a:xfrm>
            <a:off x="4540799" y="3013501"/>
            <a:ext cx="3110403" cy="230832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4800" b="1" noProof="0" dirty="0">
                <a:solidFill>
                  <a:schemeClr val="bg1"/>
                </a:solidFill>
              </a:rPr>
              <a:t>Q&amp;A</a:t>
            </a:r>
            <a:br>
              <a:rPr lang="pt-BR" sz="4800" b="1" noProof="0" dirty="0">
                <a:solidFill>
                  <a:schemeClr val="bg1"/>
                </a:solidFill>
              </a:rPr>
            </a:br>
            <a:br>
              <a:rPr lang="pt-BR" sz="4800" b="1" noProof="0" dirty="0">
                <a:solidFill>
                  <a:schemeClr val="bg1"/>
                </a:solidFill>
              </a:rPr>
            </a:br>
            <a:r>
              <a:rPr lang="pt-BR" sz="4800" b="1" noProof="0" dirty="0" err="1">
                <a:solidFill>
                  <a:schemeClr val="bg1"/>
                </a:solidFill>
              </a:rPr>
              <a:t>Thank</a:t>
            </a:r>
            <a:r>
              <a:rPr lang="pt-BR" sz="4800" b="1" noProof="0" dirty="0">
                <a:solidFill>
                  <a:schemeClr val="bg1"/>
                </a:solidFill>
              </a:rPr>
              <a:t> </a:t>
            </a:r>
            <a:r>
              <a:rPr lang="pt-BR" sz="4800" b="1" noProof="0" dirty="0" err="1">
                <a:solidFill>
                  <a:schemeClr val="bg1"/>
                </a:solidFill>
              </a:rPr>
              <a:t>you</a:t>
            </a:r>
            <a:r>
              <a:rPr lang="pt-BR" sz="4800" b="1" noProof="0" dirty="0">
                <a:solidFill>
                  <a:schemeClr val="bg1"/>
                </a:solidFill>
              </a:rPr>
              <a:t>!</a:t>
            </a: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8EF94AE9-BD34-7DF7-7D29-5AEED5867B84}"/>
              </a:ext>
            </a:extLst>
          </p:cNvPr>
          <p:cNvGrpSpPr/>
          <p:nvPr/>
        </p:nvGrpSpPr>
        <p:grpSpPr>
          <a:xfrm>
            <a:off x="4140596" y="5518665"/>
            <a:ext cx="3910809" cy="832387"/>
            <a:chOff x="6062409" y="5684682"/>
            <a:chExt cx="3910809" cy="832387"/>
          </a:xfrm>
        </p:grpSpPr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36E2B335-8FEC-9911-52D1-6DCFDD03CA3D}"/>
                </a:ext>
              </a:extLst>
            </p:cNvPr>
            <p:cNvGrpSpPr/>
            <p:nvPr userDrawn="1"/>
          </p:nvGrpSpPr>
          <p:grpSpPr>
            <a:xfrm>
              <a:off x="6062409" y="5684682"/>
              <a:ext cx="2008208" cy="832387"/>
              <a:chOff x="6214809" y="5684682"/>
              <a:chExt cx="2008208" cy="832387"/>
            </a:xfrm>
          </p:grpSpPr>
          <p:pic>
            <p:nvPicPr>
              <p:cNvPr id="16" name="Google Shape;139;p50">
                <a:hlinkClick r:id="rId2"/>
                <a:extLst>
                  <a:ext uri="{FF2B5EF4-FFF2-40B4-BE49-F238E27FC236}">
                    <a16:creationId xmlns:a16="http://schemas.microsoft.com/office/drawing/2014/main" id="{6D13F17E-B6B8-B429-3635-3F9BBB9EB515}"/>
                  </a:ext>
                </a:extLst>
              </p:cNvPr>
              <p:cNvPicPr preferRelativeResize="0"/>
              <p:nvPr userDrawn="1"/>
            </p:nvPicPr>
            <p:blipFill rotWithShape="1">
              <a:blip r:embed="rId3">
                <a:lum bright="70000" contrast="-70000"/>
              </a:blip>
              <a:srcRect/>
              <a:stretch/>
            </p:blipFill>
            <p:spPr>
              <a:xfrm>
                <a:off x="7011957" y="5684682"/>
                <a:ext cx="413913" cy="413913"/>
              </a:xfrm>
              <a:prstGeom prst="rect">
                <a:avLst/>
              </a:prstGeom>
            </p:spPr>
          </p:pic>
          <p:sp>
            <p:nvSpPr>
              <p:cNvPr id="17" name="Google Shape;142;p50">
                <a:extLst>
                  <a:ext uri="{FF2B5EF4-FFF2-40B4-BE49-F238E27FC236}">
                    <a16:creationId xmlns:a16="http://schemas.microsoft.com/office/drawing/2014/main" id="{4BE4122A-AE3B-37FC-1C86-571639D3FCBB}"/>
                  </a:ext>
                </a:extLst>
              </p:cNvPr>
              <p:cNvSpPr txBox="1"/>
              <p:nvPr/>
            </p:nvSpPr>
            <p:spPr>
              <a:xfrm>
                <a:off x="6214809" y="6178555"/>
                <a:ext cx="2008208" cy="33851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sp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pt-BR" sz="1600" b="1" noProof="0" dirty="0">
                    <a:solidFill>
                      <a:schemeClr val="bg1"/>
                    </a:solidFill>
                    <a:latin typeface="Myriad Pro Light" panose="020B0403030403020204" pitchFamily="34" charset="0"/>
                    <a:ea typeface="Open Sans"/>
                    <a:cs typeface="Open Sans"/>
                    <a:sym typeface="Open Sans"/>
                  </a:rPr>
                  <a:t>www.psr-inc.com</a:t>
                </a:r>
                <a:endParaRPr lang="pt-BR" sz="1800" noProof="0" dirty="0">
                  <a:solidFill>
                    <a:schemeClr val="bg1"/>
                  </a:solidFill>
                  <a:latin typeface="Myriad Pro Light" panose="020B0403030403020204" pitchFamily="34" charset="0"/>
                </a:endParaRPr>
              </a:p>
            </p:txBody>
          </p:sp>
        </p:grpSp>
        <p:grpSp>
          <p:nvGrpSpPr>
            <p:cNvPr id="11" name="Group 10">
              <a:extLst>
                <a:ext uri="{FF2B5EF4-FFF2-40B4-BE49-F238E27FC236}">
                  <a16:creationId xmlns:a16="http://schemas.microsoft.com/office/drawing/2014/main" id="{C3E567D8-7ED3-0015-06F0-DBF947DFD615}"/>
                </a:ext>
              </a:extLst>
            </p:cNvPr>
            <p:cNvGrpSpPr/>
            <p:nvPr userDrawn="1"/>
          </p:nvGrpSpPr>
          <p:grpSpPr>
            <a:xfrm>
              <a:off x="7965010" y="5684682"/>
              <a:ext cx="2008208" cy="832387"/>
              <a:chOff x="8117410" y="5684682"/>
              <a:chExt cx="2008208" cy="832387"/>
            </a:xfrm>
          </p:grpSpPr>
          <p:pic>
            <p:nvPicPr>
              <p:cNvPr id="12" name="Google Shape;139;p50">
                <a:hlinkClick r:id="rId2"/>
                <a:extLst>
                  <a:ext uri="{FF2B5EF4-FFF2-40B4-BE49-F238E27FC236}">
                    <a16:creationId xmlns:a16="http://schemas.microsoft.com/office/drawing/2014/main" id="{35302D40-465B-EF0C-CEEA-5BA27B97EAAE}"/>
                  </a:ext>
                </a:extLst>
              </p:cNvPr>
              <p:cNvPicPr preferRelativeResize="0"/>
              <p:nvPr userDrawn="1"/>
            </p:nvPicPr>
            <p:blipFill rotWithShape="1">
              <a:blip r:embed="rId4">
                <a:lum bright="70000" contrast="-70000"/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/>
            </p:blipFill>
            <p:spPr>
              <a:xfrm>
                <a:off x="8914558" y="5684682"/>
                <a:ext cx="413913" cy="413913"/>
              </a:xfrm>
              <a:prstGeom prst="rect">
                <a:avLst/>
              </a:prstGeom>
            </p:spPr>
          </p:pic>
          <p:sp>
            <p:nvSpPr>
              <p:cNvPr id="13" name="Google Shape;142;p50">
                <a:extLst>
                  <a:ext uri="{FF2B5EF4-FFF2-40B4-BE49-F238E27FC236}">
                    <a16:creationId xmlns:a16="http://schemas.microsoft.com/office/drawing/2014/main" id="{AE8772CC-35FD-B01E-EC47-FB4EA0FAB15E}"/>
                  </a:ext>
                </a:extLst>
              </p:cNvPr>
              <p:cNvSpPr txBox="1"/>
              <p:nvPr userDrawn="1"/>
            </p:nvSpPr>
            <p:spPr>
              <a:xfrm>
                <a:off x="8117410" y="6178555"/>
                <a:ext cx="2008208" cy="33851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sp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pt-BR" sz="1600" b="1" noProof="0" dirty="0">
                    <a:solidFill>
                      <a:schemeClr val="bg1"/>
                    </a:solidFill>
                    <a:latin typeface="Myriad Pro Light" panose="020B0403030403020204" pitchFamily="34" charset="0"/>
                    <a:ea typeface="Open Sans"/>
                    <a:cs typeface="Open Sans"/>
                    <a:sym typeface="Open Sans"/>
                  </a:rPr>
                  <a:t>sddp@psr-inc.com</a:t>
                </a:r>
                <a:endParaRPr lang="pt-BR" sz="1800" noProof="0" dirty="0">
                  <a:solidFill>
                    <a:schemeClr val="bg1"/>
                  </a:solidFill>
                  <a:latin typeface="Myriad Pro Light" panose="020B0403030403020204" pitchFamily="34" charset="0"/>
                </a:endParaRPr>
              </a:p>
            </p:txBody>
          </p:sp>
        </p:grpSp>
      </p:grpSp>
      <p:pic>
        <p:nvPicPr>
          <p:cNvPr id="18" name="Picture 17" descr="A white triangle with dots and lines on a black background&#10;&#10;Description automatically generated">
            <a:extLst>
              <a:ext uri="{FF2B5EF4-FFF2-40B4-BE49-F238E27FC236}">
                <a16:creationId xmlns:a16="http://schemas.microsoft.com/office/drawing/2014/main" id="{66B7A28B-1C39-924B-53BD-7158765983EB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51916" y="1728242"/>
            <a:ext cx="1651207" cy="928618"/>
          </a:xfrm>
          <a:prstGeom prst="rect">
            <a:avLst/>
          </a:prstGeom>
        </p:spPr>
      </p:pic>
      <p:pic>
        <p:nvPicPr>
          <p:cNvPr id="26" name="Graphic 25">
            <a:extLst>
              <a:ext uri="{FF2B5EF4-FFF2-40B4-BE49-F238E27FC236}">
                <a16:creationId xmlns:a16="http://schemas.microsoft.com/office/drawing/2014/main" id="{127A114D-5521-A475-499C-E68D7EA70E73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095875" y="2428875"/>
            <a:ext cx="2000250" cy="20002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56100576"/>
      </p:ext>
    </p:extLst>
  </p:cSld>
  <p:clrMapOvr>
    <a:masterClrMapping/>
  </p:clrMapOvr>
</p:sld>
</file>

<file path=ppt/theme/theme1.xml><?xml version="1.0" encoding="utf-8"?>
<a:theme xmlns:a="http://schemas.openxmlformats.org/drawingml/2006/main" name="content">
  <a:themeElements>
    <a:clrScheme name="PSR">
      <a:dk1>
        <a:srgbClr val="000000"/>
      </a:dk1>
      <a:lt1>
        <a:srgbClr val="FFFFFF"/>
      </a:lt1>
      <a:dk2>
        <a:srgbClr val="20324C"/>
      </a:dk2>
      <a:lt2>
        <a:srgbClr val="D8D8D8"/>
      </a:lt2>
      <a:accent1>
        <a:srgbClr val="162944"/>
      </a:accent1>
      <a:accent2>
        <a:srgbClr val="2F5893"/>
      </a:accent2>
      <a:accent3>
        <a:srgbClr val="6B9EA6"/>
      </a:accent3>
      <a:accent4>
        <a:srgbClr val="4C787F"/>
      </a:accent4>
      <a:accent5>
        <a:srgbClr val="877553"/>
      </a:accent5>
      <a:accent6>
        <a:srgbClr val="AC9A78"/>
      </a:accent6>
      <a:hlink>
        <a:srgbClr val="2F5893"/>
      </a:hlink>
      <a:folHlink>
        <a:srgbClr val="2F5893"/>
      </a:folHlink>
    </a:clrScheme>
    <a:fontScheme name="ELAU PSR 2024">
      <a:majorFont>
        <a:latin typeface="Myriad Pro"/>
        <a:ea typeface=""/>
        <a:cs typeface=""/>
      </a:majorFont>
      <a:minorFont>
        <a:latin typeface="Myriad Pro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24196</TotalTime>
  <Words>328</Words>
  <Application>Microsoft Office PowerPoint</Application>
  <PresentationFormat>Widescreen</PresentationFormat>
  <Paragraphs>60</Paragraphs>
  <Slides>14</Slides>
  <Notes>4</Notes>
  <HiddenSlides>1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2" baseType="lpstr">
      <vt:lpstr>Aptos</vt:lpstr>
      <vt:lpstr>Arial</vt:lpstr>
      <vt:lpstr>Calibri</vt:lpstr>
      <vt:lpstr>Myriad Pro</vt:lpstr>
      <vt:lpstr>Myriad Pro Light</vt:lpstr>
      <vt:lpstr>Open Sans</vt:lpstr>
      <vt:lpstr>Wingdings</vt:lpstr>
      <vt:lpstr>content</vt:lpstr>
      <vt:lpstr>HD5 e outros formatos de dados</vt:lpstr>
      <vt:lpstr>PowerPoint Presentation</vt:lpstr>
      <vt:lpstr>PowerPoint Presentation</vt:lpstr>
      <vt:lpstr>Motivação</vt:lpstr>
      <vt:lpstr>PowerPoint Presentation</vt:lpstr>
      <vt:lpstr>Background</vt:lpstr>
      <vt:lpstr>Background</vt:lpstr>
      <vt:lpstr>Background</vt:lpstr>
      <vt:lpstr>Background</vt:lpstr>
      <vt:lpstr>Background</vt:lpstr>
      <vt:lpstr>PowerPoint Presentation</vt:lpstr>
      <vt:lpstr>HDF5</vt:lpstr>
      <vt:lpstr>Resposta do desafio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Lucas Guerreiro</dc:creator>
  <cp:lastModifiedBy>Marcelo Barros</cp:lastModifiedBy>
  <cp:revision>452</cp:revision>
  <dcterms:created xsi:type="dcterms:W3CDTF">2024-01-10T21:29:53Z</dcterms:created>
  <dcterms:modified xsi:type="dcterms:W3CDTF">2025-10-05T20:35:08Z</dcterms:modified>
</cp:coreProperties>
</file>